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MODERN NOVEL: BINTI · LESSON 5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review and Year 8 preview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four moves of an analytical paragraph?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method you wrote about in Part A.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theme? One sentence.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thing Binti loses and one thing she gains.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diversity mean?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Novel: Binti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 set in other worlds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the hero's journey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clues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a real journey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 and science fiction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Character, heritage, identity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journey and belonging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End-of-year assessment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review and Year 8 preview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reading response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to Year 8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big idea is Diversity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whole novels, longer answers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AO1 evidence · AO2 method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Modern Novel: Binti  ·  EOY review and Year 8 preview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EOY REVIEW AND YEAR 8 PREVIEW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marked assessment and explain what each comment and code means.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gap between what you wrote and what a strong answer does — and name 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two targets for Year 8 and decide exactly how you will meet each one.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are the four moves of an analytical paragraph?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· evidence · method · effect.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Name one method you wrote about in Part A.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correct one: symbol, action, how others see her, sentence length, imagery.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a theme? One sentence.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idea a story keeps coming back to — plus what the writer says about it.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Name one thing Binti loses and one thing she gains.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Loses: her family's blessing, her old self. Gains: friends, a voice, a place at Oomza.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does diversity mean?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different peoples, cultures and ways of living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reader tells you about your work so you can improve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thing you will do better next time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redraft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piece again, better, using the feedback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between what you did and what a strong answer does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different peoples, cultures and ways of living together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your feedback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assessment is on your desk. Read every mark before you read the grade.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STARS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you did well. Find each one in your writing and underline the exact sentence that earned it.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WISH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that would lift your work most. It is your first Year 8 target.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= evidence missing · M = name the method · EF = say the effect · RT = retelling, not analysing · SP = spelling.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9651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NOW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965192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965192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every code. Write next to it, in one line, what you should have done. Do not rewrite yet.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— side by side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of the class did, what a strong answer did, and the gap between. Find yours.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us did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pattern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Retold the story of the clay. Quoted a whole sentence. Said 'this shows identity' and stopped there.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answer did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something about the WRITER. Quoted three words. Named the symbol and said what it makes the reader feel.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→ writer. Long quote → short quote. 'Shows' → what it makes us feel. Pick the gap that is yours.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REDRAFT · close the gap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15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minutes. One paragraph only — the one with the most codes.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815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3575" y="1783080"/>
            <a:ext cx="2602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REDRAFT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your weakest Part A paragraph so that it makes all four moves.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paragraph with the most codes. Copy its point — if it has one; if not, write one.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quotation to the three words that matter most.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method in one word. Then write what it makes the reader feel.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sentence that answers the Big Question.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Swap. Your partner ticks the moves and writes one star.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months; redraft immediately after marked work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big idea is Diversity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Binti was the start. Year 8 English follows the same idea through a whole year.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peoples, cultures and voices — and how writers let us hear ones that are not our own.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Novels, poems and non-fiction from writers of many backgrounds. Some voices will sound very different from yours.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BINTI STARTED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girl who carries her heritage into a new world and becomes a bridge. Year 8 asks: who else does that — and how?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Diversity is not a topic. It is a way of reading: whose voice is this, and what does it see?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targets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targets, written in full. They go in the front of your Year 8 book.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EOY review and Year 8 preview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 — from your wish. 'Next time I will…' — one specific action, not 'try harder'.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 — from the gap slide. Which of the three gaps is yours? Write how you will close it.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you KNOW you have met each target? Write the sign you will look for in your next piece.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Year 8 reading list. Choose one book and read the first chapter this week.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edit-3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your two targets neatly onto the target card. Bring it to the scholarship lesson.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search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writer on the reading list whose background differs from yours. Note one fact about them.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you choose your own text. Bring your reading-list book — you may use it.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Modern Novel: Binti · Lesson 5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Novel: Binti · L5 EOY review and Year 8 preview</dc:title>
  <dc:subject>PptxGenJS Presentation</dc:subject>
  <dc:creator>Harlington English</dc:creator>
  <cp:lastModifiedBy>Harlington English</cp:lastModifiedBy>
  <cp:revision>1</cp:revision>
  <dcterms:created xsi:type="dcterms:W3CDTF">2026-09-04T20:58:54Z</dcterms:created>
  <dcterms:modified xsi:type="dcterms:W3CDTF">2026-09-04T20:58:54Z</dcterms:modified>
</cp:coreProperties>
</file>