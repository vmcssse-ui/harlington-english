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MODERN NOVEL: BINTI · LESSON 4 of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End-of-year assessment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four themes of Binti.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symbol? Give the example from the story.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four moves of a strong analytical paragraph?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three conventions of science fiction.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Finish: The Big Question of this unit is: What does it cost…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End-of-year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Novel: Binti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stories set in other worlds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the hero's journey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clues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travel writing — a real journey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Binti and science fiction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Character, heritage, identity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Themes: journey and belonging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End-of-year assessment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EOY review and Year 8 preview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reading response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114800" y="559612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42816" y="565099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36592" y="559612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to Year 8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1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the big idea is Diversity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whole novels, longer answers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GCSE: AO1 evidence · AO2 method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Modern Novel: Binti  ·  End-of-year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END-OF-YEAR ASSESSMENT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story, the key words and the four themes so you can use them under time pressure.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 analytical response that uses point, evidence, method and effect on Binti's identity and heritage.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creative science-fiction opening that shows, not tells, what leaving home costs.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End-of-year assessment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Name the four themes of Binti.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Journey, belonging, conflict, reconciliation.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is a symbol? Give the example from the story.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object that stands for a bigger idea — the otjize clay stands for home and heritage.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are the four moves of a strong analytical paragraph?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· evidence · method · effect (then a link back to the question).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Name three conventions of science fiction.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three of: space travel, aliens, new technology, the future, a big question.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Finish: The Big Question of this unit is: What does it cost…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…to leave home and become someone new?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End-of-year assessment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HOW a text works, not what happens in it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quotation or moment that proves your point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writer's choice makes the reader see, feel or think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own story, using the tools you have analysed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a writer puts things in — and why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assessment — what it asks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this slide twice. Then it stays on the board.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End-of-year assessment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· 22 MIN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response: How does the writer present Binti's identity and heritage as she leaves home? Use the read-along and the extracts.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· 22 MIN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piece: the first page of a science-fiction story in which someone leaves everything they know.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MARK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point, evidence, method, effect, a judgement. B: a strange world made real, one symbol, one strong last line.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965192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965192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965192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silence. Plan for two minutes before each part. Any read-along page may be used as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the analytical response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22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side. Each rung is one paragraph. Twenty-two minutes, in silence.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End-of-year assessment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1 — Who is Binti and what does she leave? Introduce heritage and identity in three sentences.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2 — How does the writer use the clay as a symbol? Evidence, method, effect.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3 — How do other people's eyes (family, strangers, the Meduse) shape who Binti becomes?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4 — What does leaving cost her, and what does it give? Decide, with the one reason that would convince a doubter.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— the creative piece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22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Twenty-two minutes, in silence. Plan, write, and leave two minutes to fix the last line.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End-of-year assessment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106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5865" y="1783080"/>
            <a:ext cx="2518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WRITING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first page of a science-fiction story in which someone leaves everything they know.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— who leaves, what they carry, where they are going. Two minutes.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393009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393009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393009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— one ordinary action inside a strange world. Make the strange feel real.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458614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458614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458614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— one object that stands for home. Show it; do not explain it.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498713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498713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498713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— one moment where the reader feels what is being lost.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51566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280160" y="551566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040" y="551566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LINE — short. A step forward, a door, a breath. Then stop.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Metacognition and self-regulation — +7 months; planning before writing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strong response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own check in the last minute. Tick what you did.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End-of-year assessment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Answer first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paragraph starts with a claim about the writer, not a retelling of the story.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Judge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paragraph gives a clear view on the Big Question with evidence.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Show the world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strange is made real by ordinary detail: breakfast, a ticket, a hand.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96519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Land it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03320" y="496519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4965192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symbol, one cost, one short last line.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headphone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any page you found hard. Listen, then read it yourself.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book-ope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something you chose for twenty minutes, twice this week. Note the title for next lesson.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edit-3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sentences: what did you find hardest today, and what would you do differently?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assessment comes back next week with two stars and a wish. Bring it to every lesson after that.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Lesson 4 of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Novel: Binti · L4 End-of-year assessment</dc:title>
  <dc:subject>PptxGenJS Presentation</dc:subject>
  <dc:creator>Harlington English</dc:creator>
  <cp:lastModifiedBy>Harlington English</cp:lastModifiedBy>
  <cp:revision>1</cp:revision>
  <dcterms:created xsi:type="dcterms:W3CDTF">2026-09-04T20:58:54Z</dcterms:created>
  <dcterms:modified xsi:type="dcterms:W3CDTF">2026-09-04T20:58:54Z</dcterms:modified>
</cp:coreProperties>
</file>