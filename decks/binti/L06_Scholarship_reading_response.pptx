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MODERN NOVEL: BINTI · LESSON 6 of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reading response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your two targets? Say them without looking.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analytical mean?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book from the Year 8 reading list.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Finish: A strong paragraph starts with…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convention?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Novel: Binti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stories set in other worlds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the hero's journey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clues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travel writing — a real journey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Binti and science fiction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Character, heritage, identity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Themes: journey and belonging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End-of-year assessment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EOY review and Year 8 preview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reading response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114800" y="559612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42816" y="565099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36592" y="559612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to Year 8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1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big idea is Diversity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whole novels, longer answers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GCSE: AO1 evidence · AO2 method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Modern Novel: Binti  ·  Scholarship reading response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· SCHOLARSHIP READING RESPONSE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text and say what it is about, who tells it and what kind of text it is.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two moments where the writer's choice creates an effect, and explain how.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judgement about a text nobody taught you — and defend it with evidence.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are your two targets? Say them without looking.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you wrote last week — check your card afterwards.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does analytical mean?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HOW a text works, not what happens in it.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Name one book from the Year 8 reading list.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title from the list.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Finish: A strong paragraph starts with…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 claim about the writer that answers the question — not a retelling.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What is a convention?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feature a genre nearly always has, like spaceships in science fiction.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and thinking for yourself, beyond what is taught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by you, without a teacher's scaffold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judgement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considered view of a text, with reasons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quotation or moment that proves your point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a writer uses: symbol, simile, structure, voice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scholarship means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there is no scaffold on the board. That is the point.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CHOICE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 you picked: your reading-list book, a poem, a story, a piece of non-fiction. Not one we have taught.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QUESTION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 what is worth asking. Start from: what is this writer trying to make me feel — and how?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JUDGEMENT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of the response is a view that is yours, with evidence. Nobody has told you the answer.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Scholarship = the moves you learned, used on a text of your own.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text nobody taught you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steps. Do them in order; do not skip the second read.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story. What happens, who speaks, where and when. One sentence in your own words.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READ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pencil. Mark every place where you feel something change — fear, hope, surprise.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mark: what did the writer DO here? A word, a symbol, a short sentence, a shift of voice?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965192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965192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965192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writer's big idea, and do they make you believe it? That is your judgement.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on a stranger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short passage none of us has studied. Run the four steps on it in six minutes before you turn to your own text.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PROSE WRITTEN FOR THIS LESSON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shuttle left at dawn and Kofi was not on it. He stood on the roof and watched its light climb, a slow spark, until the sky took it. Below him the city was waking: bread ovens, a dog, someone singing off key. All of it would still be here tomorrow. He had chosen that — the ovens and the dog and the singing — over a planet with three moons and a school that had wanted him. He told himself it was not fear. He told himself twice.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read: what happens, in one sentence?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read: where does the feeling change?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why does the writer list the ovens, the dog, the singing?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was Kofi right to stay? What does the last line say?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independent response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text now. One side. Seventeen minutes, in silence. Each rung is one paragraph.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 — What is your text, who wrote it, who tells it, and what is it about? Three sentences.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2 — First moment: what the writer does, three words of evidence, what it makes the reader feel.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3 — Second moment, a different method. How does it build on the first?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4 — Your judgement: what is the writer's big idea, and does the text earn it? Give the reason that would convince a doubter.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· read like a scholar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responses. Read your partner's text as well as their response.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19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34479" y="1783080"/>
            <a:ext cx="1840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TUTORING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your partner's judgement follow from their evidence?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response once. Find the judgement and underline it.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two pieces of evidence. Do they lead to that judgement? Tick or question mark.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star (a move they made) and one question (a move they could add).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it. Read your feedback. Write one line: what you would change.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Peer tutoring — +5 months; structured peer feedback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scholarship response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own check. Tick what you did.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Scholarship reading response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well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 worth asking about — one where the writer makes real choices.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moments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methods, each with short evidence and an effect.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Judgement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 that is yours, stated clearly, defended with reasons.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point to where you met one of your two targets from last week.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your scholarship reading: at least two chapters of your chosen Year 8 book before next lesson.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edit-3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or redraft your independent response using your partner's question.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search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review of your book online or in the library. Do you agree with its judgement?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lesson next week: bring your target card, your response and your book.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Lesson 6 of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Novel: Binti · L6 Scholarship reading response</dc:title>
  <dc:subject>PptxGenJS Presentation</dc:subject>
  <dc:creator>Harlington English</dc:creator>
  <cp:lastModifiedBy>Harlington English</cp:lastModifiedBy>
  <cp:revision>1</cp:revision>
  <dcterms:created xsi:type="dcterms:W3CDTF">2026-09-04T20:58:55Z</dcterms:created>
  <dcterms:modified xsi:type="dcterms:W3CDTF">2026-09-04T20:58:55Z</dcterms:modified>
</cp:coreProperties>
</file>