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YEAR 7 · MODERN NOVEL: BINTI · LESSON 7 of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to Year 8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235440" y="365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pic>
        <p:nvPicPr>
          <p:cNvPr id="6" name="Image 0" descr="/home/claude/english/kit/decks/_icons/bell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5669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2680" y="502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12680" y="841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— no notes. Answer all five, then say one in a full sentence. Score yourself /5.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1965960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HT1: where do the words we speak come from? Name two languages.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2770632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2770632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HT2: who was the hero of The Odyssey, and what was his flaw?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3575304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575304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HT3 and HT4: name one poem and one detective from this year.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4379976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4440" y="4379976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HT5: name one thing travel writing always shows you about a place.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5184648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5184648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HT6: what did Binti become at the end of her story?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Transition to Year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Novel: Binti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0" y="713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the Curriculum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8" name="Image 0" descr="/home/claude/english/kit/decks/_icons/layers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22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BEEN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340864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340864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stories set in other worlds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272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HT2: The Odyssey — the hero's journey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913632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HT4: The Red-Headed League — clues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700016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700016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HT5: travel writing — a real journey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UNIT, LESSON BY LESSON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14800" y="219456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224942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3659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Binti and science fiction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14800" y="276148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42816" y="281635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36592" y="276148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Character, heritage, identity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3328416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2816" y="3383280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36592" y="3328416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Themes: journey and belonging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114800" y="3895344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42816" y="3950208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36592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End-of-year assessment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114800" y="4462272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42816" y="4517136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736592" y="4462272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EOY review and Year 8 preview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114800" y="502920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42816" y="508406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736592" y="502920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Scholarship reading response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4114800" y="559612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242816" y="5650992"/>
            <a:ext cx="310896" cy="310896"/>
          </a:xfrm>
          <a:prstGeom prst="ellipse">
            <a:avLst/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736592" y="559612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to Year 8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832104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41" name="Image 1" descr="/home/claude/english/kit/decks/_icons/flag-1229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92224"/>
            <a:ext cx="365760" cy="36576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900684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8549640" y="234086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686800" y="2340864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8: the big idea is Diversity</a:t>
            </a:r>
            <a:endParaRPr lang="en-US" sz="1400" dirty="0"/>
          </a:p>
        </p:txBody>
      </p:sp>
      <p:sp>
        <p:nvSpPr>
          <p:cNvPr id="45" name="Shape 41"/>
          <p:cNvSpPr/>
          <p:nvPr/>
        </p:nvSpPr>
        <p:spPr>
          <a:xfrm>
            <a:off x="8549640" y="32369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8686800" y="3236976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8: whole novels, longer answers</a:t>
            </a:r>
            <a:endParaRPr lang="en-US" sz="1400" dirty="0"/>
          </a:p>
        </p:txBody>
      </p:sp>
      <p:sp>
        <p:nvSpPr>
          <p:cNvPr id="47" name="Shape 43"/>
          <p:cNvSpPr/>
          <p:nvPr/>
        </p:nvSpPr>
        <p:spPr>
          <a:xfrm>
            <a:off x="8549640" y="4133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686800" y="4133088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GCSE: AO1 evidence · AO2 method</a:t>
            </a:r>
            <a:endParaRPr lang="en-US" sz="1400" dirty="0"/>
          </a:p>
        </p:txBody>
      </p:sp>
      <p:sp>
        <p:nvSpPr>
          <p:cNvPr id="49" name="Shape 45"/>
          <p:cNvSpPr/>
          <p:nvPr/>
        </p:nvSpPr>
        <p:spPr>
          <a:xfrm>
            <a:off x="8549640" y="51206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732520" y="5120640"/>
            <a:ext cx="260604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lesson answers one BIG QUESTION. Every question builds the next.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School  ·  Modern Novel: Binti  ·  Transition to Year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 · TRANSITION TO YEAR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will…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aims climb Bloom's taxonomy — and you will see which step every task is on, all lesson.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260604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00A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606040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six units of Year 7 and say what each one taught you to do.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3621024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6C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621024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how one skill — explaining a writer's choice — grew from HT1 to HT6.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4636008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D00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4636008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what you have become as a reader and writer this year, and what Year 8 will ask of you.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a full answer to the Big Question by the end. Everything today builds 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check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 — mark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honestly. Under 3? Re-read tonight.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Transition to Year 8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764792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HT1: where do the words we speak come from? Name two languages.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1764792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two of: Old English (Anglo-Saxon), Old Norse, Latin, French, Greek.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63347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660904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HT2: who was the hero of The Odyssey, and what was his flaw?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2660904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Odysseus; his flaw was pride (hubris) — showing off how clever he was.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52958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557016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HT3 and HT4: name one poem and one detective from this year.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557016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poem studied in HT3; Sherlock Holmes.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53128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HT5: name one thing travel writing always shows you about a place.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09360" y="4453128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 details — what it looks, sounds and smells like — and how the traveller feels.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532180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349240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HT6: what did Binti become at the end of her story?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309360" y="5349240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bridge between two peoples — changed, but still Himba.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 — go deeper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the meaning — the DEEP explanation. Take each key word from meaning to mastery.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Transition to Year 8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means in your own words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6704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a sentence of your own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44768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54496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today's text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42832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427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2560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it to the Big Question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four steps for EACH key word: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566160" y="3401568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from one stage to the next — here, Year 7 to Year 8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" y="3972154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expectation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566160" y="3972154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teachers will look for in your work next year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8640" y="4542739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566160" y="4542739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back at what you did and what it taught you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113325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566160" y="5113325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different peoples, cultures and ways of living together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48640" y="5683910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566160" y="5683910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who reads on purpose, noticing the writer's choices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year in six units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9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each. Which lesson do you remember best — and why?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Transition to Year 8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780898"/>
          </a:xfrm>
          <a:prstGeom prst="roundRect">
            <a:avLst>
              <a:gd name="adj" fmla="val 1171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HT1 · HISTORY OF ENGLISH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780898"/>
          </a:xfrm>
          <a:prstGeom prst="roundRect">
            <a:avLst>
              <a:gd name="adj" fmla="val 9368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7808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our words come from. You learned that every word has a story — and that language changes.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3706"/>
            <a:ext cx="2606040" cy="780898"/>
          </a:xfrm>
          <a:prstGeom prst="roundRect">
            <a:avLst>
              <a:gd name="adj" fmla="val 1171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HT2 · THE ODYSSEY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673706"/>
            <a:ext cx="8321040" cy="780898"/>
          </a:xfrm>
          <a:prstGeom prst="roundRect">
            <a:avLst>
              <a:gd name="adj" fmla="val 9368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673706"/>
            <a:ext cx="8001000" cy="7808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hero's journey. You learned epic, myth, hamartia — and that a flaw is what makes a hero interesting.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64331"/>
            <a:ext cx="2606040" cy="780898"/>
          </a:xfrm>
          <a:prstGeom prst="roundRect">
            <a:avLst>
              <a:gd name="adj" fmla="val 1171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HT3 · BRITISH POETRY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564331"/>
            <a:ext cx="8321040" cy="780898"/>
          </a:xfrm>
          <a:prstGeom prst="roundRect">
            <a:avLst>
              <a:gd name="adj" fmla="val 9368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564331"/>
            <a:ext cx="8001000" cy="7808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poem makes you feel. You learned to zoom in on one word and say what it does.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454957"/>
            <a:ext cx="2606040" cy="780898"/>
          </a:xfrm>
          <a:prstGeom prst="roundRect">
            <a:avLst>
              <a:gd name="adj" fmla="val 1171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HT4 · THE RED-HEADED LEAGUE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291840" y="4454957"/>
            <a:ext cx="8321040" cy="780898"/>
          </a:xfrm>
          <a:prstGeom prst="roundRect">
            <a:avLst>
              <a:gd name="adj" fmla="val 9368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56432" y="4454957"/>
            <a:ext cx="8001000" cy="7808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a reader guessing. You learned how a writer plants clues and controls what we know.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48640" y="5345582"/>
            <a:ext cx="2606040" cy="780898"/>
          </a:xfrm>
          <a:prstGeom prst="roundRect">
            <a:avLst>
              <a:gd name="adj" fmla="val 1171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HT5 + HT6 · TRAVEL AND BINTI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291840" y="5345582"/>
            <a:ext cx="8321040" cy="780898"/>
          </a:xfrm>
          <a:prstGeom prst="roundRect">
            <a:avLst>
              <a:gd name="adj" fmla="val 9368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56432" y="5345582"/>
            <a:ext cx="8001000" cy="7808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journeys and imagined ones. You learned sense detail, symbol, theme — and what leaving home costs.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column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7 asked · Year 8 will ask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skills, higher bar. Nothing new appears from nowhere.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Transition to Year 8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7 asked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are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FBF0D8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paragraph with point, evidence, method, effect. An extract at a time. Short quotations. A view on a Big Question.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31292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0436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 will ask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40436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are going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31292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E4F3EF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2264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novels. Two or three paragraphs that build on each other. Comparing texts. A judgement that answers a doubter.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07720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FF5470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6864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bridge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16864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get there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07720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FBE4E4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8692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two targets. Reading on your own over summer. The four moves used every single time, until they are yours.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 — Year 8's big idea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Confirming what we started in week 5. Three things to carry over the summer.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Transition to Year 8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 VOICE?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Year 8 text begins with this question. A writer's background shapes what they notice and how they say it.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843784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WORLDS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843784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843784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Texts from writers of many backgrounds and places. Some will feel far from home — that is where the reading happens.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904488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BINTI'S LESSON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904488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904488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carry your heritage into a new world and be changed by it without losing it. Year 8 reads for people who do that.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Read for the voice. Ask what it sees that you do not.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· what have I become?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10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speaks; nobody passes. Use the words of the year.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Transition to Year 8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233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68993" y="1783080"/>
            <a:ext cx="2771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· THINK-PAIR-SHARE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kind of reader and writer are you now that you were not in September?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— one minute. Finish: In September I could… Now I can…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4062222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4062222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4062222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— swap. Find one piece of work from this year that proves your partner's claim.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722876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722876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722876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— one pair reads out. The class names the unit that taught it.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5383530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80160" y="5383530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463040" y="5383530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one line: the thing Year 8 will ask that you are most ready for.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8640" y="599846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EEF Toolkit · Oral language interventions — +6 months, very low cost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bar-chart-2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reflection — climb the ladder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11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paragraphs. This goes in the front of your Year 8 book with your targets.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Transition to Year 8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1783080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1 — The six units in six sentences: one thing each taught you to do.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9192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34640" y="2679192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0" y="2679192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2 — Trace one skill. Where did you first explain a writer's choice, and where did you do it best?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75304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834640" y="3575304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EFE6F0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3575304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3 — Answer the unit's Big Question about yourself: what did it cost to become the reader you are now, and was it worth it?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award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Year 8 — what it looks like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 what you can already do. The rest is the summer's work.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Transition to Year 8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78308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on purpose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03320" y="1783080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86200" y="1783080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notice choices — a word, a symbol, a short sentence — not just what happens.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8640" y="284378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moves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03320" y="2843784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86200" y="2843784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Point, evidence, method, effect, every time, without a scaffold on the board.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8640" y="3904488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703320" y="3904488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86200" y="3904488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give a view and the one reason that would convince a doubter.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48640" y="4965192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your targets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703320" y="4965192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86200" y="4965192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targets on a card in the front of your book, with the sign that shows each is met.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learning — the come-back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5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reading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308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your Year 8 reading-list book over the summer. Read one more of your own choice.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9" name="Image 1" descr="/home/claude/english/kit/decks/_icons/edit-3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0664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postcard from the book: five sentences to a friend about the world it took you to.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3" name="Image 2" descr="/home/claude/english/kit/decks/_icons/headphones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78308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Read-along edition, the whole story, one last time. Which page changed most for you since June?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20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7" name="Image 3" descr="/home/claude/english/kit/decks/_icons/repea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40664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September: bring your target card, your reflection and your postcard to the first Year 8 lesson.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Lesson 7 of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Novel: Binti · L7 Transition to Year 8</dc:title>
  <dc:subject>PptxGenJS Presentation</dc:subject>
  <dc:creator>Harlington English</dc:creator>
  <cp:lastModifiedBy>Harlington English</cp:lastModifiedBy>
  <cp:revision>1</cp:revision>
  <dcterms:created xsi:type="dcterms:W3CDTF">2026-09-04T20:58:55Z</dcterms:created>
  <dcterms:modified xsi:type="dcterms:W3CDTF">2026-09-04T20:58:55Z</dcterms:modified>
</cp:coreProperties>
</file>