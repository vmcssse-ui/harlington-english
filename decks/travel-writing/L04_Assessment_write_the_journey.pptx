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NON-FICTION AND TRAVEL WRITING · LESSON 4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write the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purposes of transactional writing.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audience?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form starts 'Good morning, Year 7'?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register?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tools of a travel writer.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 and Travel Writing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reading and writing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 journey story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a narrator's voice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is made up; non-fiction is true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Non-fiction: forms and features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writing: the senses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write the journey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non-fiction closely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a journey into space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writing to argue and persuade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AO5 and AO6 transactional writing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Non-fiction and Travel Writing  ·  Assessment: write the journey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ASSESSMENT: WRITE THE JOURNEY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assessment task: one full piece of transactional writing on the theme of journeys — speech, article or travel blog.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piece with a clear purpose and audience, a journey shape, and at least three deliberate choices.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full piece in silence, then check it against the moves and improve one paragraph.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four purposes of transactional writing.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Inform, persuade, entertain, argue.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an audience?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readers a writer has in mind — their age, what they know, what they want.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form starts 'Good morning, Year 7'?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speech.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register?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formal or chatty the language is.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Name three tools of a travel writer.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senses, the first person, the journey shape.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that does a job in the real world: informs, persuades, argues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shape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crossing, arriving, changing, coming home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opening that grabs the reader in the first line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sentences about one idea; a new idea starts a new one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proofread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own writing slowly to fix spelling and punctuation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and the choices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task twice. Circle the purpose and the audience before you plan.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about crossing a border into somewhere new. Choose ONE form: a speech to Year 6, a magazine article, or a travel blog.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= persuade, speaks to 'you'. Article = inform with a voice, has a headline. Blog = entertain, first person, a date.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LENGTH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side, four or five paragraphs. Twenty-five minutes of writing. Plan for five, write for twenty, proofread for the rest.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Pick the form you can do well, not the one that sounds cleverest.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it: the shape of the piece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boxes on the planning sheet. One line in each before you write.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HOOK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moment, a question or a fact. 'The market hit me before I saw it.' Not 'In this piece I will…'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3706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LEAVING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673706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673706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start and how it feels. Cold station, early train, a passport in your hand.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64331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CROSSING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564331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564331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border itself: the stamp, the sea, the sign in a new language. Two senses at least.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54957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ARRIVING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454957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454957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place: food, words, one person. This is where the reader should be able to smell it.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345582"/>
            <a:ext cx="2606040" cy="780898"/>
          </a:xfrm>
          <a:prstGeom prst="roundRect">
            <a:avLst>
              <a:gd name="adj" fmla="val 1171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CHANGED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91840" y="5345582"/>
            <a:ext cx="8321040" cy="780898"/>
          </a:xfrm>
          <a:prstGeom prst="roundRect">
            <a:avLst>
              <a:gd name="adj" fmla="val 9368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5345582"/>
            <a:ext cx="8001000" cy="7808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home — or turning to your audience. What is different now? End on one line worth remembering.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opening — read like a writer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speech opening. Steal the moves, not the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SPEECH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 Year 6. Put your hand up if you have ever been somewhere you could not read the signs. Keep it up if you liked it. I did not think I would. Last spring I crossed my first border on a ferry, with my gran, in a wind that took my hat. I was cold, I was seasick, and I was, for the first time in my life, completely awake. That is what I want to talk to you about today: not the place, but what crossing into it did to me. Because you will cross a border one day. And I want you to be ready.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hook. Why does it work on this audience?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conventions of a speech can you see?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journey shape start?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would you steal the move from?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25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 of writing. Each rung is one paragraph. Twenty-five minutes, in silence.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the hook and the leaving. Name your form's convention in the first line: 'Good morning', a headline, a date.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the crossing. The border itself. At least two senses, one simile.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arriving. The food, the words, one person. The reader must be able to smell it.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4 — changed. Come home or turn to your audience. One line worth remembering. Then proofread.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piece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hand it in: tick every move you can find in your own writing.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Assessment: write the journey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conventions of your chosen form are there from the first line to the last.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register and pronouns fit the reader you were given.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two senses in the crossing and the arriving; one simile that is yours.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crossing, arriving, changed — and the last line is worth remembering.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edit-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your draft: rewrite the weakest paragraph with two senses and one simile. Bring both versions.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the whole story. Notice how each page moves the journey on one step.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piece aloud to someone at home. Mark every place you stumble — that is where to fix the punctuation.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lesson's bell questions come back next week. Can you beat your score of /5?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Lesson 4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Non-fiction and Travel Writing · L4 Assessment: write the journey</dc:title>
  <dc:subject>PptxGenJS Presentation</dc:subject>
  <dc:creator>Harlington English</dc:creator>
  <cp:lastModifiedBy>Harlington English</cp:lastModifiedBy>
  <cp:revision>1</cp:revision>
  <dcterms:created xsi:type="dcterms:W3CDTF">2026-09-04T20:59:00Z</dcterms:created>
  <dcterms:modified xsi:type="dcterms:W3CDTF">2026-09-04T20:59:00Z</dcterms:modified>
</cp:coreProperties>
</file>