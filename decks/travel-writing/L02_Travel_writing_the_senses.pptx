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YEAR 7 · NON-FICTION AND TRAVEL WRITING · LESSON 2 of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writing: the senses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pic>
        <p:nvPicPr>
          <p:cNvPr id="6" name="Image 0" descr="/home/claude/english/kit/decks/_icons/bell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669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0" y="502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12680" y="841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no notes. Answer all five, then say one in a full sentence. Score yourself /5.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three non-fiction forms.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770632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2770632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convention? Give one example.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575304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575304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forms usually use the first person?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4379976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40" y="4379976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travel writing about?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5184648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5184648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five senses.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Travel writing: the senses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Non-fiction and Travel Writing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0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the Curriculum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8" name="Image 0" descr="/home/claude/english/kit/decks/_icons/layers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22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40864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40864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reading and writing non-fiction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272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HT2: The Odyssey — a journey story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913632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HT4: The Red-Headed League — a narrator's voice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00016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700016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 is made up; non-fiction is true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UNIT, LESSON BY LESSON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0" y="219456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224942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659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Non-fiction: forms and features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0" y="276148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42816" y="2816352"/>
            <a:ext cx="310896" cy="310896"/>
          </a:xfrm>
          <a:prstGeom prst="ellipse">
            <a:avLst/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36592" y="276148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writing: the senses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3328416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2816" y="3383280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36592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and audience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114800" y="3895344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42816" y="3950208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36592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Assessment: write the journey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114800" y="4462272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42816" y="4517136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36592" y="4462272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non-fiction closely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114800" y="502920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42816" y="508406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736592" y="502920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vocabulary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32104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38" name="Image 1" descr="/home/claude/english/kit/decks/_icons/flag-1229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2224"/>
            <a:ext cx="365760" cy="36576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900684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8549640" y="234086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686800" y="2340864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HT6: Binti — a journey into space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8549640" y="32369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686800" y="3236976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writing to argue and persuade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8549640" y="4133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686800" y="4133088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GCSE: AO5 and AO6 transactional writing</a:t>
            </a:r>
            <a:endParaRPr lang="en-US" sz="1400" dirty="0"/>
          </a:p>
        </p:txBody>
      </p:sp>
      <p:sp>
        <p:nvSpPr>
          <p:cNvPr id="46" name="Shape 42"/>
          <p:cNvSpPr/>
          <p:nvPr/>
        </p:nvSpPr>
        <p:spPr>
          <a:xfrm>
            <a:off x="8549640" y="51206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732520" y="5120640"/>
            <a:ext cx="260604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answers one BIG QUESTION. Every question builds the next.</a:t>
            </a:r>
            <a:endParaRPr lang="en-US" sz="1400" dirty="0"/>
          </a:p>
        </p:txBody>
      </p:sp>
      <p:sp>
        <p:nvSpPr>
          <p:cNvPr id="48" name="Text 4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School  ·  Non-fiction and Travel Writing  ·  Travel writing: the senses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· TRAVEL WRITING: THE SENSES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aims climb Bloom's taxonomy — and you will see which step every task is on, all lesson.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606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00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travel writing is and name its three main tools: the senses, the first person and the journey shape.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621024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6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21024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out sensory language and structure in an extract and explain the effect on the reader (AO2).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4636008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636008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which single choice does most to make the place come alive — and write it as an analytical paragraph.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a full answer to the Big Question by the end. Everything today builds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heck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 — mark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honestly. Under 3? Re-read tonight.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Travel writing: the senses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Name three non-fiction forms.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1764792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three of newspaper, blog, speech, article, travel writing.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6334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660904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What is a convention? Give one example.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660904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feature readers expect from a form — e.g. a headline in a news report.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52958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557016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Which forms usually use the first person?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557016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Blog, speech and travel writing — 'I' and 'we'.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53128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What is travel writing about?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4453128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journey to a real place, told by the person who went.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349240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Name the five senses.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09360" y="5349240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Sight, hearing, smell, taste, touch.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— go deeper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meaning — the DEEP explanation. Take each key word from meaning to mastery.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Travel writing: the senses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means in your own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sentence of your 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4768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4496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today's 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2560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the Big Question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four steps for EACH key word: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 language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566160" y="3401568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that appeal to sight, sound, smell, taste and touch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3972154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imagery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66160" y="3972154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that paint a picture for the senses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4542739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simile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566160" y="4542739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comparison using 'like' or 'as'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113325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566160" y="5113325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 a writer puts things in — and why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8640" y="5683910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566160" y="5683910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writer's choice does to the reader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travel writers work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tools. Spot all three in the extract as we go.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Travel writing: the senses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SENSES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what the writer saw: what it smelled of, sounded like, tasted of, felt like on the skin. Two senses in one sentence is a good sign.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843784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PERSON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843784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843784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and we. The writer is inside the experience, so we are too. Their feelings are part of the place.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904488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 SHAPE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904488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904488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Leaving, crossing, arriving, changing, coming home. The structure follows the trip, and the writer is different at the end.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A travel writer does not describe a place. They put you in it.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file-text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extract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original travel piece: a Saturday market just across the border. Read for the senses.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Travel writing: the senses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1263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874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TRAVEL WRITING WRITTEN FOR THIS LESSON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2176272"/>
            <a:ext cx="6675120" cy="3840480"/>
          </a:xfrm>
          <a:prstGeom prst="rect">
            <a:avLst/>
          </a:prstGeom>
          <a:noFill/>
          <a:ln/>
        </p:spPr>
        <p:txBody>
          <a:bodyPr wrap="square" lIns="91440" tIns="137160" rIns="137160" bIns="9144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hit me before I saw it. First the smell: hot sugar, frying butter, something sharp and fishy underneath. Then the noise, a hundred voices bouncing off the church wall, and a man singing the price of cheese as if it were a love song. We pushed in. Tulips stood in buckets, red enough to hurt. Round cheeses sat in rows like small yellow moons. My gran bought a paper cone of tiny fried fish and we ate them standing up, burning our fingers, the salt on our lips. I had been in the country for four hours. Already I did not want to leave.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26680" y="1783080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321040" y="178308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every sense the writer uses. Which comes first, and why?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26680" y="2889504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321040" y="2889504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6760" y="2889504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simile. What does it make you picture?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726680" y="3995928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321040" y="3995928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66760" y="3995928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last sentence change the mood?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726680" y="5102352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8321040" y="5102352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66760" y="5102352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single phrase makes the place most alive for you?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message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 — analyse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12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quotation: what does it MEAN · what METHOD is used · what EFFECT does it have on the reader?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Travel writing: the senses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5417820" cy="502920"/>
          </a:xfrm>
          <a:prstGeom prst="roundRect">
            <a:avLst>
              <a:gd name="adj" fmla="val 14545"/>
            </a:avLst>
          </a:prstGeom>
          <a:solidFill>
            <a:srgbClr val="8A6D00"/>
          </a:solidFill>
          <a:ln w="12700">
            <a:solidFill>
              <a:srgbClr val="8A6D00"/>
            </a:solidFill>
            <a:prstDash val="solid"/>
          </a:ln>
        </p:spPr>
      </p:sp>
      <p:pic>
        <p:nvPicPr>
          <p:cNvPr id="14" name="Image 1" descr="/home/claude/english/kit/decks/_icons/book-open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1109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0120" y="1783080"/>
            <a:ext cx="496062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2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5417820" cy="1691640"/>
          </a:xfrm>
          <a:prstGeom prst="roundRect">
            <a:avLst>
              <a:gd name="adj" fmla="val 3243"/>
            </a:avLst>
          </a:prstGeom>
          <a:solidFill>
            <a:srgbClr val="FBF0D8"/>
          </a:solidFill>
          <a:ln w="12700">
            <a:solidFill>
              <a:srgbClr val="8A6D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2450592"/>
            <a:ext cx="5143500" cy="15544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the smell: hot sugar, frying butter, something sharp and fishy underneath.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48640" y="42062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1920240" y="42062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011680" y="42062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actually mean?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48640" y="48920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1920240" y="48920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011680" y="48920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method is the writer using?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55778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1920240" y="55778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011680" y="55778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effect does it have on the reader?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6195060" y="1783080"/>
            <a:ext cx="5417820" cy="502920"/>
          </a:xfrm>
          <a:prstGeom prst="roundRect">
            <a:avLst>
              <a:gd name="adj" fmla="val 14545"/>
            </a:avLst>
          </a:prstGeom>
          <a:solidFill>
            <a:srgbClr val="8A6D00"/>
          </a:solidFill>
          <a:ln w="12700">
            <a:solidFill>
              <a:srgbClr val="8A6D00"/>
            </a:solidFill>
            <a:prstDash val="solid"/>
          </a:ln>
        </p:spPr>
      </p:sp>
      <p:pic>
        <p:nvPicPr>
          <p:cNvPr id="28" name="Image 2" descr="/home/claude/english/kit/decks/_icons/book-open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911096"/>
            <a:ext cx="246888" cy="24688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606540" y="1783080"/>
            <a:ext cx="496062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4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6195060" y="2377440"/>
            <a:ext cx="5417820" cy="1691640"/>
          </a:xfrm>
          <a:prstGeom prst="roundRect">
            <a:avLst>
              <a:gd name="adj" fmla="val 3243"/>
            </a:avLst>
          </a:prstGeom>
          <a:solidFill>
            <a:srgbClr val="FBF0D8"/>
          </a:solidFill>
          <a:ln w="12700">
            <a:solidFill>
              <a:srgbClr val="8A6D0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332220" y="2450592"/>
            <a:ext cx="5143500" cy="15544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 man singing the price of cheese as if it were a love song.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6195060" y="42062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7566660" y="42062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658100" y="42062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actually mean?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6195060" y="48920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7566660" y="48920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658100" y="48920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method is the writer using?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6195060" y="55778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</a:t>
            </a:r>
            <a:endParaRPr lang="en-US" sz="1400" dirty="0"/>
          </a:p>
        </p:txBody>
      </p:sp>
      <p:sp>
        <p:nvSpPr>
          <p:cNvPr id="39" name="Shape 34"/>
          <p:cNvSpPr/>
          <p:nvPr/>
        </p:nvSpPr>
        <p:spPr>
          <a:xfrm>
            <a:off x="7566660" y="55778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7658100" y="55778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effect does it have on the reader?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bar-chart-2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 the ladder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10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rung is harder. Full sentences. The top rung is your analytical paragraph.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Travel writing: the senses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783080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in the extract, in three sentences? Where is the writer, and who is with them?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9192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34640" y="2679192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679192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phrase 'red enough to hurt'. What does it make you see, and what does it tell us about the writer?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75304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834640" y="3575304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3575304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the writer put the smell BEFORE the sight? What does the order (structure) do?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471416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834640" y="4471416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EFE6F0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17520" y="4471416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writer make the market come alive? Write one full paragraph: method, quotation, effect.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· the analytical paragraph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minutes in silence, then swap with a partner.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Travel writing: the senses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606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86366" y="1783080"/>
            <a:ext cx="21370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· INDIVIDUAL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paragraph: how does the writer make the market come alive?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— one sentence with a method: The writer uses sensory language to…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4062222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4062222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4062222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— a short quotation, in quotation marks, that shows the method.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722876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722876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722876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— what the quotation does to the reader; use a sense word and the word effect.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5383530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5383530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5383530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— partner ticks P, E and E. One star, one wish, in the margin.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99846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EEF Toolkit · Feedback — +6 months, very low cost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awar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strong paragraph shows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paragraph against the four moves before you hand it in.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Travel writing: the senses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78308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first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03320" y="1783080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86200" y="1783080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method in the first sentence: sensory language, simile, structure.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8640" y="284378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quotation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03320" y="2843784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86200" y="2843784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a phrase, not a whole sentence, and put it in quotation marks.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8640" y="3904488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703320" y="3904488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86200" y="3904488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does to the reader: we can smell it, we feel the writer's excitement.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48640" y="4965192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in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703320" y="4965192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86200" y="4965192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word from the quotation and say why that word.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learning — the come-back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5" name="Image 0" descr="/home/claude/english/kit/decks/_icons/headphone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Read-along edition, pages 4 to 8: the sea, the new land and the market. Which page uses the most senses?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9" name="Image 1" descr="/home/claude/english/kit/decks/_icons/edit-3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0664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analytical paragraph on a different line from the extract: method, quotation, effect.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3" name="Image 2" descr="/home/claude/english/kit/decks/_icons/book-open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extract aloud to someone at home. Ask them which sense they noticed most.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7" name="Image 3" descr="/home/claude/english/kit/decks/_icons/repea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lesson's bell questions come back next week. Can you beat your score of /5?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Lesson 2 of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Non-fiction and Travel Writing · L2 Travel writing: the senses</dc:title>
  <dc:subject>PptxGenJS Presentation</dc:subject>
  <dc:creator>Harlington English</dc:creator>
  <cp:lastModifiedBy>Harlington English</cp:lastModifiedBy>
  <cp:revision>1</cp:revision>
  <dcterms:created xsi:type="dcterms:W3CDTF">2026-09-04T20:59:00Z</dcterms:created>
  <dcterms:modified xsi:type="dcterms:W3CDTF">2026-09-04T20:59:00Z</dcterms:modified>
</cp:coreProperties>
</file>