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NON-FICTION AND TRAVEL WRITING · LESSON 6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retrieval?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inference?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must an inference answer use?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three parts of an analysis answer?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five non-fiction forms.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 and Travel Writing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reading and writing non-fiction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 journey story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a narrator's voice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 is made up; non-fiction is true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Non-fiction: forms and features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writing: the senses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and audience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Assessment: write the journey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non-fiction closely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HT6: Binti — a journey into space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writing to argue and persuade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GCSE: AO5 and AO6 transactional writing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Non-fiction and Travel Writing  ·  Review and vocabulary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REVIEW AND VOCABULARY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80A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conventions of five non-fiction forms and the key words of the unit.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unit's words into families — forms, reading, writing — and fill the gaps in a features table.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Big Question with evidence from the unit: how do writers make a real place come alive?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retrieval?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 fact that is stated in the text.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inference?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out what the text suggests but does not say.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Which word must an inference answer use?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'Suggests' (or 'shows').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are the three parts of an analysis answer?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Method, quotation, effect.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Name five non-fiction forms.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Newspaper, blog, speech, article, travel writing.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readers expect from a form, like a headline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piece of writing is for — to inform, persuade, entertain, argue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readers a writer has in mind, which shapes every choice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language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appeal to sight, sound, smell, taste and touch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out what the text suggests but does not say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weeks in four ideas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remember nothing else from this unit, remember these.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Newspaper, blog, speech, article, travel writing. Each has conventions: the top, the voice, the opening, the ending.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782062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+ AUDIENCE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782062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782062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Inform, persuade, entertain, argue — for one real reader. Purpose and audience decide register and tone.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781044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781044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781044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writers put you in the place: two senses a sentence, first person, a journey shape.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780026"/>
            <a:ext cx="2606040" cy="889254"/>
          </a:xfrm>
          <a:prstGeom prst="roundRect">
            <a:avLst>
              <a:gd name="adj" fmla="val 10283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0026"/>
            <a:ext cx="8321040" cy="889254"/>
          </a:xfrm>
          <a:prstGeom prst="roundRect">
            <a:avLst>
              <a:gd name="adj" fmla="val 8226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780026"/>
            <a:ext cx="8001000" cy="8892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= find. Infer = clue + suggests. Analyse = method, quotation, effect.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A real place comes alive when a writer chooses: the form, the reader, the sense,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1 — forms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Whiteboards or paper. No notes. One point each; answers after round 2.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4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5709" y="1783080"/>
            <a:ext cx="1978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conventions do you hold in your head?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two conventions of a newspaper report.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66667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66667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66667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two forms usually start with a title and a date, or a greeting?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5317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5317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5317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purpose of a speech, and which pronoun does it lean on?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0968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0968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0968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five parts of the journey shape?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661965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661965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661965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three tools of a travel writer.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2 — the words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each word in one sentence, then use it in a sentence about a text from the unit.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4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5709" y="1783080"/>
            <a:ext cx="1978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define it AND use it?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 — one convention of a blog is…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66667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66667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66667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— the register of the speech to Year 6 is…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5317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5317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5317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sensory language — in the market extract, the writer uses…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0968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0968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0968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— from 'Nobody speaks' we can infer…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661965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661965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661965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— the effect of 'red enough to hurt' is…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fill — form conventions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column is missing two conventions. Fill the gaps, then add one of your own.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Newspaper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inform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· ___ person · who, what, where, when · quotes from ___ · facts before opinion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persuade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to ___ · rule of ___ · repetition · rhetorical questions · a big final line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writing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take you there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person · a real place · the five ___ · journey shape · the writer's feelings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writers make a real place come alive? Each rung is one paragraph. Twelve minutes.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1 — Name three ways a writer can make a place come alive. One sentence each.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2 — Pick one text from the unit. Method, quotation, effect: how does it put you in the place?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3 — Which single choice matters most: the senses, the voice, or the shape? Decide, and give the reason that would convince a doubter.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WALL · keep five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minutes. The words you take into HT6.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876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6636" y="1783080"/>
            <a:ext cx="856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five words from this unit will you still use when we read Binti?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five key words you will need for reading a novel about a journey.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11480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114800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on a sticky note with a five-word definition.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828032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828032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828032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them on the wall under the right family: forms, reading, writing.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Retrieval practice and spaced learning — strong evidence,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repea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conventions revision: one card per form — top, voice, opening, ending. Five cards.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headphone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one last time from the start. Say which page you think is the best travel writing, and why.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sentence in five ways: A real place comes alive when the writer…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book-open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ahead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half term: Binti, a novel about a girl who leaves home for a university in the stars. What would she pack?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Non-fiction and Travel Writing · Lesson 6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Non-fiction and Travel Writing · L6 Review and vocabulary</dc:title>
  <dc:subject>PptxGenJS Presentation</dc:subject>
  <dc:creator>Harlington English</dc:creator>
  <cp:lastModifiedBy>Harlington English</cp:lastModifiedBy>
  <cp:revision>1</cp:revision>
  <dcterms:created xsi:type="dcterms:W3CDTF">2026-09-04T20:59:00Z</dcterms:created>
  <dcterms:modified xsi:type="dcterms:W3CDTF">2026-09-04T20:59:00Z</dcterms:modified>
</cp:coreProperties>
</file>