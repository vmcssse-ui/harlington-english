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NON-FICTION AND TRAVEL WRITING · LESSON 3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tools of a travel writer.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sensory language?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simile from last week's market extract.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'effect' mean in an analytical paragraph?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parts of an analytical paragraph?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 and Travel Writing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reading and writing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 journey story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a narrator's voice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is made up; non-fiction is true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Non-fiction: forms and features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writing: the senses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write the journey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non-fiction closely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a journey into space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writing to argue and persuade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AO5 and AO6 transactional writing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Non-fiction and Travel Writing  ·  Purpose and audience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PURPOSE AND AUDIENCE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purpose and audience are and name the four main purposes: inform, persuade, entertain, argue.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purpose and audience change a writer's choices of form, voice, words and length.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form for a given purpose and audience, and write one paragraph in that form.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three tools of a travel writer.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senses, the first person, the journey shape.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sensory language?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appeal to sight, sound, smell, taste and touch.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Give a simile from last week's market extract.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'Round cheeses sat in rows like small yellow moons' or 'as if it were a love song'.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does 'effect' mean in an analytical paragraph?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writer's choice does to the reader.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are the three parts of an analytical paragraph?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(method), evidence (quotation), effect.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piece of writing is for — to inform, persuade, entertain, argue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readers a writer has in mind, which shapes every choice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that does a job in the real world: informs, persuades, argues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formal or chatty the language is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writer's attitude — warm, angry, funny, serious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what the writing is FOR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transactional text has a job. Name the job and the choices follow.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reader facts they did not have. Clear, ordered, third person, no fuss. A news report; a guide to the ferry timetable.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reader want to do or believe something. 'You' and 'we', rule of three, a big ending. A speech; an advert for the town.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reader a good time. Voice, jokes, the senses, a story shape. A travel blog; a funny article about getting lost.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case and answer the other side. 'Some people say… but…' A letter to the paper; a speech in a debate.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Purpose first. Then form, then voice, then words.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who is reading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journey, told to three different readers.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THEY?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what they know already, what they want. Year 6 pupils need short sentences and a joke; a head teacher needs respect and reasons.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Formal: 'I would like to suggest.' Chatty: 'Honestly, you have to try this.' The audience decides which.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urgent, funny, serious. A speech to parents about a school trip is warm and reassuring; a complaint is firm.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Write for one real reader and the register sorts itself out.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journey, three ways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openings, all about the same ferry crossing. Read across: what changes, and what stays the same?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for friends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 · chatty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Okay, so nobody warned me about the wind on the top deck. My hat is now in the North Sea. Worth it, though: the sunrise was ridiculous.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Magazine article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· formal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overnight ferry from Harwich takes just under seven hours. Passengers who book a cabin arrive rested; those on deck arrive with a view.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to Year 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 · warm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6, imagine this. You are standing on a ship at dawn. The whole sea is silver. Now imagine you never went. Which story would you rather tell?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· purpose and audience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purpose-and-audience grid on the sheet. Pairs; both write.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7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6636" y="1783080"/>
            <a:ext cx="856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text: who is it for, what is it for, and which two choices prove it?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three openings on the last slide. Fill the grid: purpose, audience, register, tone.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two words in each that could ONLY belong to that audience.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grids with another pair. Tick, challenge or add one thing.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together: which opening would you read on, and why?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Collaborative learning approaches — +5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be given a form, a purpose and an audience. One paragraph. Ten minutes.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purpose and the audience at the top of your page. Say which form fits and why.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three choices to match: the voice (I / you / they), the register, one convention of the form.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paragraph. Then underline the one sentence that best proves who it is for.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paragraph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paragraph against the moves before you hand it in.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Purpose and audience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form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conventions match the form you were given: headline, 'Good morning', or a blog title.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voice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pronouns and register fit the audience — you can tell who is reading.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purpose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reader could say in one word what the paragraph is for.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edit-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 in a given form: a blog post for friends about a journey you have made. Chatty register.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pages 9 and 10. Who is the writer talking to, and how do you know?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search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advert or leaflet at home. Write its purpose and audience in one sentence each.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lesson's bell questions come back next week — and the assessment is next week too.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Lesson 3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Non-fiction and Travel Writing · L3 Purpose and audience</dc:title>
  <dc:subject>PptxGenJS Presentation</dc:subject>
  <dc:creator>Harlington English</dc:creator>
  <cp:lastModifiedBy>Harlington English</cp:lastModifiedBy>
  <cp:revision>1</cp:revision>
  <dcterms:created xsi:type="dcterms:W3CDTF">2026-09-04T20:59:00Z</dcterms:created>
  <dcterms:modified xsi:type="dcterms:W3CDTF">2026-09-04T20:59:00Z</dcterms:modified>
</cp:coreProperties>
</file>