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THE ODYSSEY · LESSON 6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vocabulary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four parts of a journey story?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turning point?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circular ending?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one descriptive and one structural technique.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sense did the model opening use before sight?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Review and vocabulary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Odyssey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L1–L2: epic, myth, hero, hamartia, hubris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L3–L4: simile, imagery, effect, compare, narrator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L5: narrative, turning point, circular ending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poetry and the epic hero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Odysseus: characters and plot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analysis: the Cyclops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Journeys across texts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journey narrative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and vocabulary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6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38" name="Shape 34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HT3: British Poetry — how a poem makes you feel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keeping a reader guessing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the novel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6" name="Text 42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The Odyssey  ·  Review and vocabulary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 · REVIEW AND VOCABULARY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80A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story, the key words and the moves from all six weeks without notes.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unit's vocabulary into families and use each word in a sentence of your own.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Big Question — what makes a hero? — in one paragraph, with evidence.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Review and vocabulary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are the four parts of a journey story?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Leaving, trouble, turning point, return.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What is a turning point?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when the story changes direction — usually a choice.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a circular ending?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Finishing where you began, but with something changed.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Give one descriptive and one structural technique.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Descriptive: senses, simile. Structural: short sentence, flashback, cliffhanger.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Which sense did the model opening use before sight?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Taste and touch — salt on his lips, the engine shuddering through his shoes.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Review and vocabulary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 poem about a hero's great deeds and journeys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hamartia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flaw or mistake in a hero that leads to their downfall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hubris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 pride — thinking you are greater than the gods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imagery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that paint a picture for the senses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a writer puts things in — and why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6EFF4"/>
          </a:solidFill>
          <a:ln>
            <a:solidFill>
              <a:srgbClr val="E6EFF4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weeks in four ideas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remember nothing else from HT2, remember these.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Review and vocabulary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EPIC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long poem, one hero, a journey, the gods watching. The Odyssey: ten years from Troy to Ithaca.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HERO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Odysseus is cunning, brave and loyal to home — and his flaw (hubris) costs him every man he had.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→ quotation → effect. Zoom in on one word. Compare with both… whereas… because.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965192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WRITING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91840" y="4965192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6432" y="4965192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Leaving, trouble, turning point, return. Senses first; long sentences to build, a short one to land.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6EFF4"/>
          </a:solidFill>
          <a:ln>
            <a:solidFill>
              <a:srgbClr val="E6EFF4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QUIZ · round 1 — the story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Whiteboards or paper. No notes. One point each; answers on the next round.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Review and vocabulary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49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65709" y="1783080"/>
            <a:ext cx="19783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INDIVIDUAL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the story do you hold in your head?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Odysseus' home, and who waits there for him?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3966667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3966667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3966667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name does he give the Cyclops, and why is it clever?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531766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531766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531766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in the bag, and who opened it?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096866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096866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096866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he hear the Sirens and survive?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661965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280160" y="5661965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040" y="5661965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test proves who he is when he gets home?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6EFF4"/>
          </a:solidFill>
          <a:ln>
            <a:solidFill>
              <a:srgbClr val="E6EFF4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QUIZ · round 2 — the words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each word in one sentence, then use it in a sentence about Odysseus.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Review and vocabulary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9949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765709" y="1783080"/>
            <a:ext cx="19783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· INDIVIDUAL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you define it AND use it?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hamartia — and Odysseus' hamartia is…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3966667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3966667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3966667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hubris — the moment of hubris is…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531766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531766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531766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simile — one simile from the Cyclops extract is…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096866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Shape 25"/>
          <p:cNvSpPr/>
          <p:nvPr/>
        </p:nvSpPr>
        <p:spPr>
          <a:xfrm>
            <a:off x="1280160" y="5096866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463040" y="5096866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narrator — the narrator of Text A is… of Text B is…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48640" y="5661965"/>
            <a:ext cx="464515" cy="464515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28"/>
          <p:cNvSpPr/>
          <p:nvPr/>
        </p:nvSpPr>
        <p:spPr>
          <a:xfrm>
            <a:off x="1280160" y="5661965"/>
            <a:ext cx="10332720" cy="464515"/>
          </a:xfrm>
          <a:prstGeom prst="roundRect">
            <a:avLst>
              <a:gd name="adj" fmla="val 15748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463040" y="5661965"/>
            <a:ext cx="10058400" cy="46451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point — the turning point of the escape is…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column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families — sort the unit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key word belongs to one of three jobs. Which is which? Add two words of your own to each column.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Review and vocabulary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about heroes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read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F0D8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epic · myth · epic hero · hamartia · hubris · motivation · loyalty · cunning · protagonist · antagonist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31292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40436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for analysing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40436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read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1292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E4F3EF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42264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simile · imagery · verb · effect · analyse · compare · narrator · setting · tone · structure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077200" y="1828800"/>
            <a:ext cx="3535680" cy="868680"/>
          </a:xfrm>
          <a:prstGeom prst="roundRect">
            <a:avLst>
              <a:gd name="adj" fmla="val 8421"/>
            </a:avLst>
          </a:prstGeom>
          <a:solidFill>
            <a:srgbClr val="FF5470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68640" y="1874520"/>
            <a:ext cx="335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Words for writing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68640" y="2331720"/>
            <a:ext cx="335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4F6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make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77200" y="2788920"/>
            <a:ext cx="3535680" cy="3291840"/>
          </a:xfrm>
          <a:prstGeom prst="roundRect">
            <a:avLst>
              <a:gd name="adj" fmla="val 1667"/>
            </a:avLst>
          </a:prstGeom>
          <a:solidFill>
            <a:srgbClr val="FBE4E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186928" y="2880360"/>
            <a:ext cx="3316224" cy="31089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· turning point · flashback · cliffhanger · circular ending · senses · short sentence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Question — 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12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a hero? One paragraph. Full sentences. Use at least four key words.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Review and vocabulary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three things Odysseus does that a hero would do.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thing he does that a hero should NOT do. Which key word describes it?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writer want us to admire him, doubt him, or both? One quotation as evidence.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— what makes a hero? Give your own definition, and say whether Odysseus meets it.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WALL · keep five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4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minutes. The words you take into HT3.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Review and vocabulary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876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26636" y="1783080"/>
            <a:ext cx="856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five words from this unit will you still use in the poetry unit?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five key words you will need for reading poems.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114800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114800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each on a sticky note with a five-word definition.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828032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828032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828032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them on the wall under the right family.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headphone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edition: do any two tasks you have not yet finished.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book-open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the holiday, read any story where someone goes on a journey. Bring the title in January.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edit-3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your Big Question paragraph. Four key words, one quotation, your own decision.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HT3 the key words come back in poems. Keep your word wall list somewhere safe.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The Odyssey · Lesson 6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Odyssey · L6 Review and vocabulary</dc:title>
  <dc:subject>PptxGenJS Presentation</dc:subject>
  <dc:creator>Harlington English</dc:creator>
  <cp:lastModifiedBy>Harlington English</cp:lastModifiedBy>
  <cp:revision>1</cp:revision>
  <dcterms:created xsi:type="dcterms:W3CDTF">2026-09-04T20:58:58Z</dcterms:created>
  <dcterms:modified xsi:type="dcterms:W3CDTF">2026-09-04T20:58:58Z</dcterms:modified>
</cp:coreProperties>
</file>