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ODYSSEY · LESSON 2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Odysseus: characters and plot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epic? Give two features.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said to have made The Odyssey, and roughly when?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hamartia mean?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hubris mean? Give the moment from the story.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Odysseus trying to get home — and where is home?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Odyssey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myths and legends — gods, monsters, quests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the history of the English language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epic, myth, epic hero, hamartia, hubris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poetry and the epic hero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Odysseus: characters and plot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analysis: the Cyclops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across texts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journey narrative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6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HT3: British Poetry — how a poem makes you feel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keeping a reader guessing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novel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Odyssey  ·  Odysseus: characters and plot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ODYSSEUS: CHARACTERS AND PLOT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main episodes of the journey and say who wants what, and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Odysseus is presented as an epic hero through what he does and says.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which matters more in Odysseus — his cunning or his courage.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an epic? Give two features.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poem, a hero on a journey, gods and monsters — any two.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Who is said to have made The Odyssey, and roughly when?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Homer, a blind poet, about 2,700 years ago — though nobody is certain.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does hamartia mean?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hero's flaw or mistake that leads to their downfall.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does hubris mean? Give the moment from the story.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pride — shouting his real name at the Cyclops.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Why is Odysseus trying to get home — and where is home?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 at Troy is over; home is the island of Ithaca.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 a character does something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true to someone, even when it is hard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cunning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cleverness used to trick or outwit someone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protagonist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character, whose journey the story follows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character or force that stands in the hero's way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in five stops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plot as a map. Which stop tests which part of Odysseus?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TROY → CYCLOPS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 ends. On the first strange island a one-eyed giant traps the crew. Odysseus escapes by cunning — then boasts.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782062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WINDS → CIRCE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2062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782062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bag of winds nearly gets them home; greed opens it. A goddess turns the crew into pigs; Odysseus wins them back.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781044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SIRENS → CALYPSO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781044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781044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hears the deadly song tied to the mast. Monsters and a storm take every man. Seven years on Calypso's island.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780026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ITHACA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0026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780026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in disguise. Penelope has waited twenty years. The bow test reveals him; the cruel guests are sent away.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Every stop asks the same question: will he keep going?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wants what?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drives plot. Three characters, three wants — and three fears.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protagonist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Wants: home, his wife, his son, his name. Fears: being forgotten. Flaw: he cannot resist showing how clever he is.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Penelope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who waits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Wants: her husband back, her son safe. Fears: being forced to marry. Strength: patience and her own cunning tricks.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Poseidon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Wants: revenge for his son, the Cyclops. Fears: nothing — he is a god. Power: every storm on the sea.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extract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escape from the cave. Read once for the story, once for what Odysseus DOES.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RETELLING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giant rolled the stone aside to let his sheep out, we were already underneath them, each man clinging to the belly of a ram. He ran his hands over their backs and felt nothing but wool. Once we were at the ship I should have kept quiet. I did not. I stood at the stern and shouted my real name across the water. The rock he threw missed us by an arm's length. My men begged me to stop. I shouted again.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clever about the escape plan?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sentence where the narrator admits a mistake.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he shout his real name?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cunning, courage or hubris — or all three?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message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— analyse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line: what does it MEAN · what does it SHOW about Odysseus · what EFFECT does it have on us?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14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109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we were at the ship I should have kept quiet. I did not.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4864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92024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92024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1168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show us about the character?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92024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1168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19506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28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911096"/>
            <a:ext cx="246888" cy="2468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0654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7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19506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3222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men begged me to stop. I shouted again.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19506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56666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65810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19506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56666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65810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show us about the character?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619506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756666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65810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is harder. Full sentences. The top rung is where the best answers live.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own words, how do the men get out of the cave?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narrator uses very short sentences: 'I did not.' What effect do they have?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writer make us admire Odysseus AND worry about him in the same extract?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'Odysseus is a hero because of his cunning, not his courage.' How far do you agree?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response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model answer — the MOVES a good answer makes. Did yours make them?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Odysseus: characters and plot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quality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whether you mean cunning, courage or loyalty before you say why.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Quote, then explain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short quotation, then a sentence saying what it shows about the hero.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flaw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where the strength becomes a weakness — that is hamartia at work.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your own judgement on the Big Question and one reason.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pages 4 to 7. Do the 'put the story in order' task.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 the extract. Underline each thing Odysseus does; circle each thing he says.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paragraph: is Odysseus more cunning or more brave? One quotation, one reason.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five key words. Retrieval quiz next lesson.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Lesson 2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Odyssey · L2 Odysseus: characters and plot</dc:title>
  <dc:subject>PptxGenJS Presentation</dc:subject>
  <dc:creator>Harlington English</dc:creator>
  <cp:lastModifiedBy>Harlington English</cp:lastModifiedBy>
  <cp:revision>1</cp:revision>
  <dcterms:created xsi:type="dcterms:W3CDTF">2026-09-04T20:58:58Z</dcterms:created>
  <dcterms:modified xsi:type="dcterms:W3CDTF">2026-09-04T20:58:58Z</dcterms:modified>
</cp:coreProperties>
</file>