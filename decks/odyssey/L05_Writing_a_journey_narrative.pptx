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ODYSSEY · LESSON 5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journey narrative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a first-person and a third-person narrator?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tone mean? Give two tone words.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three words join a comparison? Both… ___… ___.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Odysseus hold on to in the storm — and Amal on the bus?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structural technique a writer can use.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Odyssey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simile, imagery, verbs, sentence length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 narrator, setting, tone, structure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story openings, paragraphs, dialogue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poetry and the epic hero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Odysseus: characters and plot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analysis: the Cyclops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across texts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journey narrative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6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L6: review and vocabulary — retrieval quiz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HT3: British Poetry — how a poem makes you feel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Odyssey  ·  Writing a journey narrative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WRITING A JOURNEY NARRATIVE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journey narrative with a clear shape: leaving, trouble, turning point, return.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descriptive and structural techniques on purpose, and say what each is for.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Write, then review your own draft against the moves — and improve one paragraph.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the difference between a first-person and a third-person narrator?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person tells it as 'I'; third person as 'he', 'she' or 'they'.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does tone mean? Give two tone words.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feeling in the writer's voice — proud, calm, bitter, hopeful.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three words join a comparison? Both… ___… ___.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Both… whereas… because.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did Odysseus hold on to in the storm — and Amal on the bus?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mast, and the piece of paper with the address.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Name one structural technique a writer can use.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sentence, flashback, zoom in, cliffhanger, circular ending.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story — events told in an order the writer chooses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in a story when things change direction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flashback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jump back in time to show something that happened before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cliffhanger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a section at a moment of danger or suspense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ending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finishing where you began, but changed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a journey story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parts. Odysseus has them; so will yours. One paragraph each.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LEAVING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home, and why must they go? Show the last thing they see. Odysseus: the walls of Troy behind him.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TROUBLE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bites. One danger, described with the senses. Not three dangers — one, done well.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TURNING POINT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traveller chooses. A trick, a sacrifice, a refusal to stop. This is the paragraph the story is for.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RETURN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or a new home. What has changed? Circular ending: the same place, a different person.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Leaving · Trouble · Turning point · Return.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— pick three, use them on purpose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techniques make us SEE. Structural techniques control WHEN we see it.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and smell before sight. 'We heard him before we saw him.' Two senses per paragraph is plenty.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3706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673706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673706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something that adds a feeling: 'the raft spun like a leaf' — small, helpless, light.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64331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564331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564331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after several long ones. 'We waited.' Use it at the turning point.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54957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FLASHBACK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454957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454957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paragraph in the past tense-of-the-past: 'She had decided that at the border.' Then back.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345582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CLIFFHANGER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291840" y="5345582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5345582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paragraph 2 in danger. Do not solve it until paragraph 3.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opening — read like a writer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of a journey story. Which techniques can you spot? Steal them.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MODEL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ferry left at six, while the town was still asleep. Danny stood at the back rail and watched the harbour lights shrink to a line, then to nothing. Salt on his lips. The engine shuddering up through his shoes. In his pocket was the key to a flat he had never seen, in a city he had never been to. He had told his nan he would be fine. He was almost sure he had meant it.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two senses does the writer use first?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sentence with no verb. What does it do?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 is the hook — the one that makes us read on?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minutes, in silence. One rung, one paragraph. Use your three techniques.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LEAVING. Start with a sound or a smell. Show the last thing your traveller sees of home.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TROUBLE. One danger, two senses, one simile. End on a cliffhanger.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TURNING POINT. Your traveller chooses. Build with long sentences, then one short one.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4 — RETURN. Circular ending: the same place or object as paragraph 1, but something has changed.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read like an editor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drafts. Five minutes. Be specific — a tick is not feedback.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354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6113" y="1783080"/>
            <a:ext cx="15975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writer make the reader feel every step of the journey?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three techniques. Write their names in the margin where you found them.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the best sentence. Say why in five words.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the turning point. Is it a choice? If not, say so.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improvement: a sentence to cut, or a sense to add.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Feedback — +6 months; peer feedback against explicit criteria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narrative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model — the MOVES a good journey story makes. Improve one paragraph before you hand it in.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Writing a journey narrative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Leaving, trouble, turning point, return — and the reader can tell which is which.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 first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Sound, smell or touch before sight, so the reader is inside the scene.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the pace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sentences to build, one short sentence to land. Not the other way round.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traveller who returns is not the one who left — and the ending shows it, not tells it.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whole story. Do the 'retell it in eight pictures' task.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draft aloud to someone at home. Mark every place you stumble.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Redraft paragraph 3 (the turning point) with one short sentence and one simile.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the HT2 review quiz. Revise all the key words from lessons 1 to 5.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Lesson 5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Odyssey · L5 Writing a journey narrative</dc:title>
  <dc:subject>PptxGenJS Presentation</dc:subject>
  <dc:creator>Harlington English</dc:creator>
  <cp:lastModifiedBy>Harlington English</cp:lastModifiedBy>
  <cp:revision>1</cp:revision>
  <dcterms:created xsi:type="dcterms:W3CDTF">2026-09-04T20:58:58Z</dcterms:created>
  <dcterms:modified xsi:type="dcterms:W3CDTF">2026-09-04T20:58:58Z</dcterms:modified>
</cp:coreProperties>
</file>