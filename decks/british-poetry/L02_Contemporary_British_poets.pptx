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YEAR 7 · BRITISH POETRY · LESSON 2 of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Contemporary British poets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pic>
        <p:nvPicPr>
          <p:cNvPr id="6" name="Image 0" descr="/home/claude/english/kit/decks/_icons/bell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669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0" y="502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12680" y="841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no notes. Answer all five, then say one in a full sentence. Score yourself /5.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stanza?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770632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2770632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two kinds of image we learned: one uses 'like' or 'as', one says a thing IS another.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575304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575304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word means the mood of the poet's voice?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4379976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40" y="4379976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Bus Stop, January, what did the headlights look like?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5184648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5184648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Finish: rhythm is the ___ of a line.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Contemporary British poets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British Poetry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0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the Curriculum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8" name="Image 0" descr="/home/claude/english/kit/decks/_icons/layers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22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40864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40864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rhymes, chants and performance poems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272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HT1: the history of the English language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913632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HT2: The Odyssey — an epic poem, sung aloud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00016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700016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writer chooses words on purpose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UNIT, LESSON BY LESSON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0" y="219456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224942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659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Poetry toolkit: the key terms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0" y="276148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42816" y="2816352"/>
            <a:ext cx="310896" cy="310896"/>
          </a:xfrm>
          <a:prstGeom prst="ellipse">
            <a:avLst/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36592" y="276148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Contemporary British poets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3328416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2816" y="3383280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36592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reading: AO1 and AO2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114800" y="3895344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42816" y="3950208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36592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your own poem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114800" y="4462272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42816" y="4517136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36592" y="4462272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two poems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114800" y="502920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42816" y="508406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736592" y="502920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Poetry review and gap fill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32104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38" name="Image 1" descr="/home/claude/english/kit/decks/_icons/flag-1229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2224"/>
            <a:ext cx="365760" cy="36576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900684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8549640" y="234086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686800" y="2340864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HT4: The Red-Headed League — crime fiction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8549640" y="32369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686800" y="3236976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HT5: Non-fiction and travel writing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8549640" y="4133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686800" y="4133088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poetry across time</a:t>
            </a:r>
            <a:endParaRPr lang="en-US" sz="1400" dirty="0"/>
          </a:p>
        </p:txBody>
      </p:sp>
      <p:sp>
        <p:nvSpPr>
          <p:cNvPr id="46" name="Shape 42"/>
          <p:cNvSpPr/>
          <p:nvPr/>
        </p:nvSpPr>
        <p:spPr>
          <a:xfrm>
            <a:off x="8549640" y="51206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732520" y="5120640"/>
            <a:ext cx="260604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answers one BIG QUESTION. Every question builds the next.</a:t>
            </a:r>
            <a:endParaRPr lang="en-US" sz="1400" dirty="0"/>
          </a:p>
        </p:txBody>
      </p:sp>
      <p:sp>
        <p:nvSpPr>
          <p:cNvPr id="48" name="Text 4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School  ·  British Poetry  ·  Contemporary British poets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· CONTEMPORARY BRITISH POETS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aims climb Bloom's taxonomy — and you will see which step every task is on, all lesson.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606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00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'contemporary' means and describe three ways poets writing in Britain today share their work.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621024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6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21024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a poet's place, childhood or music shapes the voice we hear in a poem.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4636008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636008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whether a poem works better on the page or spoken aloud — and say what evidence decides it.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a full answer to the Big Question by the end. Everything today builds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heck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 — mark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honestly. Under 3? Re-read tonight.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Contemporary British poets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What is a stanza?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1764792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of lines in a poem, like a paragraph — also called a verse.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6334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660904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Name the two kinds of image we learned: one uses 'like' or 'as', one says a thing IS another.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660904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Simile (like / as) and metaphor (is).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52958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557016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What word means the mood of the poet's voice?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557016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53128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In Bus Stop, January, what did the headlights look like?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4453128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small fish swimming in a great black park — a simile.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349240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Finish: rhythm is the ___ of a line.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09360" y="5349240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…beat: the pattern of strong and weak sounds.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— go deeper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meaning — the DEEP explanation. Take each key word from meaning to mastery.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Contemporary British poets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means in your own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sentence of your 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4768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4496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today's 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2560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the Big Question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four steps for EACH key word: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contemporary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566160" y="3401568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belonging to now — writers who are alive and working today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3972154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66160" y="3972154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person, place or event that shapes what a writer makes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4542739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566160" y="4542739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personality we hear in the poem — accent, mood, attitude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113325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dialect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566160" y="5113325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words and grammar of a place: Yorkshire, Glasgow, London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8640" y="5683910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566160" y="5683910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poem written to be spoken aloud to an audience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writing now?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9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kinds of contemporary British poet. Facts only — the poems we read are our own.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Contemporary British poets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LAUREATE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Britain has an official poet, the Poet Laureate. Simon Armitage, from West Yorkshire, has held it since 2019; Carol Ann Duffy was the first woman in the role.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843784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PERFORMER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843784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843784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poets write for the stage, not the page. Benjamin Zephaniah, from Birmingham, made poems that moved like music and spoke about real life.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904488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VOICE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904488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904488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poets today write in their own accent and dialect — Manchester, Glasgow, south London — so the poem sounds like a real person talking.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Contemporary poetry sounds like Britain now: many voices, many accents, one page or one stage.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poems come from?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9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Influence: the things that shape a poet before a word is written.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Contemporary British poets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streets, hills, weather and shops a poet grew up with. A poet from a mill town writes rain and stone; a poet from a city writes buses and light.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843784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CHILDHOOD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843784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843784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who raised them, the songs in the house, the things that hurt. Many poets say the first poems they loved were chants and playground rhymes.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904488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904488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904488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Hip-hop, reggae, folk, hymns. A poet who grew up with a beat writes lines you can clap to — even when they do not rhyme.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Ask of any poem: what place, what people, what music is behind this voice?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file-text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poem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9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original poem in the manner of today's spoken-word poets. Hear it, then read it.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Contemporary British poets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1263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874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POEM WRITTEN FOR THIS LESSON · SATURDAY JOB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2176272"/>
            <a:ext cx="6675120" cy="3840480"/>
          </a:xfrm>
          <a:prstGeom prst="rect">
            <a:avLst/>
          </a:prstGeom>
          <a:noFill/>
          <a:ln/>
        </p:spPr>
        <p:txBody>
          <a:bodyPr wrap="square" lIns="91440" tIns="137160" rIns="137160" bIns="9144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a.m. and the shutters go up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shout like a gull.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 says a job is a job.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stack the bread, I stack the beans,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learn the names of the regulars: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 Okafor, the man with the dog,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boy who never says thanks.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ten my hands smell of cardboard.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twelve I am somebody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knows where everything goes.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26680" y="1783080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321040" y="178308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place is behind this voice? Prove it.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26680" y="2889504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321040" y="2889504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6760" y="2889504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rhyme — so what gives it a beat?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726680" y="3995928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321040" y="3995928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66760" y="3995928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line sounds most like real speech?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726680" y="5102352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8321040" y="5102352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66760" y="5102352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between line 1 and line 10?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column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or stage?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9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poem, two homes. Fill each column with one example from Saturday Job.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Contemporary British poets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page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in silence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FBF0D8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see the shape: short lines, one long one. You can stop and re-read. Line breaks do the work of pauses. The eye notices the list.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31292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0436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stage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40436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spoken aloud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31292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E4F3EF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2264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hear the voice: accent, speed, a pause before 'somebody'. Repetition (I stack, I stack) becomes a beat. The audience reacts.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07720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FF5470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6864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16864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never changes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07720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FBE4E4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8692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images, the ordinary details, the turn at the end from 'a job is a job' to being 'somebody'.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· poet profile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9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Pairs. One poet each; fill the template; teach your partner.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Contemporary British poets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990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12750" y="1783080"/>
            <a:ext cx="20842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· RESEARCH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one-page profile of a contemporary British poet: place, influences, how they share their work.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poet from the class list. Find: born where, grew up how, writes about what.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4062222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4062222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4062222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one influence — a place, a person or a kind of music — and one sentence of evidence.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722876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722876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722876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or stage? Decide how their poems are best met, and why.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5383530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5383530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5383530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your partner your poet in 60 seconds. Partner asks one question.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99846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EEF Toolkit · Collaborative learning approaches — +5 months, very low cost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awar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 — what a strong profile shows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template against these three moves.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Contemporary British poets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78308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03320" y="1783080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86200" y="1783080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where the poet is from and one way that place shows in their work.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8640" y="284378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03320" y="2843784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86200" y="2843784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one influence and links it to the poet's voice with the word 'because'.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8640" y="3904488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703320" y="3904488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86200" y="3904488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or stage — a decision, and the evidence that made you decide.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learning — the come-back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5" name="Image 0" descr="/home/claude/english/kit/decks/_icons/headphone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Read-along edition, pages 5 to 7. Which of Jess's ideas came from a place, and which from music?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9" name="Image 1" descr="/home/claude/english/kit/decks/_icons/search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0664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your poet research page: place, influences, page or stage, one fact that surprised you.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3" name="Image 2" descr="/home/claude/english/kit/decks/_icons/mic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Saturday Job aloud to someone at home. Ask them which line sounded most like a real person.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7" name="Image 3" descr="/home/claude/english/kit/decks/_icons/repea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questions come back next week — and this week's key words join them.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Lesson 2 of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British Poetry · L2 Contemporary British poets</dc:title>
  <dc:subject>PptxGenJS Presentation</dc:subject>
  <dc:creator>Harlington English</dc:creator>
  <cp:lastModifiedBy>Harlington English</cp:lastModifiedBy>
  <cp:revision>1</cp:revision>
  <dcterms:created xsi:type="dcterms:W3CDTF">2026-09-04T20:58:55Z</dcterms:created>
  <dcterms:modified xsi:type="dcterms:W3CDTF">2026-09-04T20:58:55Z</dcterms:modified>
</cp:coreProperties>
</file>