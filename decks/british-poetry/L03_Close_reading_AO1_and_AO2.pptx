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3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'contemporary' mean?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official poet of Britain — the title, not the person.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influence that can shape a poet's voice.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Saturday Job, what gave the poem a beat without rhyme?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metaphor? Give one from the read-along story.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Close reading: AO1 and AO2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CLOSE READING: AO1 AND AO2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AO1 and AO2 ask for, and say what a poem means in your own words with a quotation to prove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word or image and explain its method and its effect on the reader.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which of two quotations does more to make the reader feel — and write a paragraph that proves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does 'contemporary' mean?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 to now — writers alive and working today.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Name the official poet of Britain — the title, not the person.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Poet Laureate.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Give one influence that can shape a poet's voice.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Place, childhood, people, music — any one.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 Saturday Job, what gave the poem a beat without rhyme?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Repetition: 'I stack the bread, I stack the beans'; and the short lines.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is a metaphor? Give one from the read-along story.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one thing IS another: 'The fog is a cat' (Jess's poem).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understanding: what the poem says, proved with a quotation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how the poet's choices create an effect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poet's exact words, in quotation marks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word or image makes the reader think or feel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connotation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ideas a word carries with it: red = danger, love, heat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 and AO2 — what the examiner wants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letters, two jobs. You will do both in one paragraph by the end of today.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 · WHAT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understand the poem. Say what happens and what it means, and prove it with the poet's exact words in quotation marks.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 · HOW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the poet did it. Name the method — simile, metaphor, rhythm, a single strong verb — and explain its effect on the reader.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answers join them: WHAT the poem says, HOW the words do it, and what that makes us FEEL. Mean · method · effect.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AO1 = what it means. AO2 = how it works. Together = why it makes you feel.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poem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poem written for this lesson. Read it twice: once for the story, once for the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THE FOX AT THE BINS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Midnight, and the street holds its breath.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fox slides out from under the van,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as a rumour, red as a warning.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reads the bins the way we read the news —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quick, hungry, half believing.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lid clatters. A light snaps on.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is gone before the curtain moves,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street breathes out, and forgets.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AO1: what happens, in one sentence?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similes in line 3.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verbs are sudden? Which are slow?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last line make you feel?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message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— analyse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quotation: what does it MEAN · what METHOD is used · what EFFECT does it have on the reader?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14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10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as a rumour, red as a warning.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864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92024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92024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method is the writer using?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92024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168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19506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28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911096"/>
            <a:ext cx="246888" cy="246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0654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1 and 8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19506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3222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street holds its breath … and the street breathes out, and forgets.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19506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56666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65810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19506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56666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65810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method is the writer using?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19506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56666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65810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harder. Full sentences. The top rung is your analytical paragraph.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AO1: what does the fox do, and what does the street do? Three sentences with one quotation.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'rumour'? What does a rumour have in common with a fox, and what does that make us feel?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lid clatters. A light snaps on.' Two short sentences — what do they do to the pace, and to the fox?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quotation makes the reader feel MORE — line 3 or the last line? One paragraph: mean, method, effect.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· the analytical paragraph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writing, then a partner check against the moves.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231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2990" y="1783080"/>
            <a:ext cx="28037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· THEN PAIR CHECK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top rung in one paragraph: 'The line that makes the reader feel most is … because …'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Point: name the quotation you chose and the feeling it gives.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name the tool (simile, metaphor, short sentence, verb) — use the key word.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explain what the word makes us picture, and why that matters to the whole poem.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with a partner. Tick AO1 and AO2. Suggest one improvement each.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Reading comprehension strategies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paragraph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your own paragraph: one tick for each move you can see.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Close reading: AO1 and AO2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what the line means and proves it with the exact words in quotation marks.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method with a key word and explains the effect on the reader.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out ONE word from the quotation and explains its connotations.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with a clear decision — which line does more,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 8: simile or metaphor? Which does the fox poem use in line 3?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edit-3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analytical paragraph on a poem of your choice: mean, method, effect.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Fox at the Bins aloud twice. Underline every verb. Sort them: sudden or slow.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questions come back next week — including AO1, AO2 and connotation.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3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L3 Close reading: AO1 and AO2</dc:title>
  <dc:subject>PptxGenJS Presentation</dc:subject>
  <dc:creator>Harlington English</dc:creator>
  <cp:lastModifiedBy>Harlington English</cp:lastModifiedBy>
  <cp:revision>1</cp:revision>
  <dcterms:created xsi:type="dcterms:W3CDTF">2026-09-04T20:58:55Z</dcterms:created>
  <dcterms:modified xsi:type="dcterms:W3CDTF">2026-09-04T20:58:55Z</dcterms:modified>
</cp:coreProperties>
</file>