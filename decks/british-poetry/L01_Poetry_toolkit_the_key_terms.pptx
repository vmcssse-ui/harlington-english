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1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pair of words that rhyme.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a simile compares two things using the words…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verse (or stanza) in a poem or a song?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HT2: was The Odyssey a novel or a poem — and how was it shared?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 the beat of your full name. How many claps is it?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Poetry toolkit: the key terms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POETRY TOOLKIT: THE KEY TERMS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tools of a poem — rhyme, rhythm, stanza, imagery, tone — and say what each one does.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each tool in a short poem and explain the feeling it gives the reader.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which single tool does the most work in the poem we read — and defend that choice.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Give a pair of words that rhyme.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true pair — night / light, rain / again, cat / hat.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Finish: a simile compares two things using the words…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…'like' or 'as': the fog was like a grey cat; as cold as ice.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a verse (or stanza) in a poem or a song?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lines that sit together, with a gap before the next group — a paragraph of a poem.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From HT2: was The Odyssey a novel or a poem — and how was it shared?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poem — an epic — sung aloud by poets for hundreds of years before it was written down.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Clap the beat of your full name. How many claps is it?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clap per syllable: Jess-i-ca Brown = four. That count is the start of rhythm.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end with the same sound: night / light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 of a line — the pattern of strong and weak sounds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lines in a poem, like a paragraph; also a verse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paint a picture for the senses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mood of the poet's voice — sad, angry, playful, calm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poem is not a story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 poem has that a story does not. Spot them as we read.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pic>
        <p:nvPicPr>
          <p:cNvPr id="14" name="Image 1" descr="/home/claude/english/kit/decks/_icons/message-circ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56048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4919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· 3 MIN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394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three do you notice FIRST when you hear a poem read aloud?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8640" y="1783080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291840" y="1783080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56432" y="1783080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poem is built in lines and stanzas, not paragraphs. The poet decides where each line stops — and the white space around it matters.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48640" y="2612136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291840" y="2612136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56432" y="2612136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Rhyme, rhythm and repeated sounds make a poem something you hear. Read one aloud and your mouth finds the beat before your brain does.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48640" y="3441192"/>
            <a:ext cx="2606040" cy="719328"/>
          </a:xfrm>
          <a:prstGeom prst="roundRect">
            <a:avLst>
              <a:gd name="adj" fmla="val 12712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291840" y="3441192"/>
            <a:ext cx="8321040" cy="719328"/>
          </a:xfrm>
          <a:prstGeom prst="roundRect">
            <a:avLst>
              <a:gd name="adj" fmla="val 10169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56432" y="3441192"/>
            <a:ext cx="8001000" cy="7193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Imagery: a simile (the fog was like a cat) or a metaphor (the fog is a cat) puts a picture in your head in six words.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Shape, sound, picture — every poem in this unit uses all three.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poem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poem written for this lesson. Hear it once; read it once; then hunt.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BUS STOP, JANUARY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bites my fingers, cold bites my nose,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late, and the wind still blows.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is a line of grey coats and sighs,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is a lid on the town's shut eyes.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headlights swim through the drizzle and dark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two small fish in a great black park.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doors hiss open. Warm air. A seat.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whole grey morning gets back on its feet.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pairs of rhyming words.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simile and one metaphor.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tone change — and to what?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can you HEAR? Say why.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Form, structure, tone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bigger words for the same poem — you will need them all half term.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kind of poem it is: eight rhymed lines, a sonnet, a ballad, free verse with no rhyme at all. Form is the container.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the poet puts things in. Bus Stop starts cold and ends warm — that turn in line seven is a structural choice.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mood of the voice. Grumpy, then relieved. One word for each half — and one word from the poem that proves it.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Form is the box, structure is the order inside it, tone is the voice reading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hear it, clap it, name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Everyone reads; everyone claps. Use the key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01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3261" y="1783080"/>
            <a:ext cx="1523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PAIRS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poem aloud to your partner. Clap the beat. Then name one rhyme, one image and the tone.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reads the poem aloud; B claps softly on the strong beats. Swap.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circle one rhyme pair and one image. Say which key word each is.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ONE word for the tone of the first six lines and ONE for the last two.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ready to share: 'The tool that does the most work is … because …'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harder. Full sentences. The top rung answers today's Big Question.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poem, in two sentences? Where is the speaker and what changes?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'the sky is a lid'. What does it make you picture, and how does it make the town feel?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lines 7 and 8 aloud. How does the rhythm change — and why might the poet do that?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tool — rhyme, rhythm or image — makes you feel the most? Give a quotation and a reason.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what a strong answer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sentences on your exit slip. Did you make these moves?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toolkit: the key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right key word for the tool you chose — rhyme, rhythm, stanza, imagery or tone.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it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exact words from the poem, in quotation marks, that show the tool.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it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the tool makes a reader feel — and answer the Big Question with your own view.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read-along edition and listen to pages 1 to 4. Tap the beat with Jess on the bus.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or copy a short poem of your choice. Label one rhyme, one image, one word for the tone.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sentences: what a poem is made of, using rhyme, rhythm, stanza, imagery and tone.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lesson's bell questions come back next week. Can you beat your score of /5?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1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L1 Poetry toolkit: the key terms</dc:title>
  <dc:subject>PptxGenJS Presentation</dc:subject>
  <dc:creator>Harlington English</dc:creator>
  <cp:lastModifiedBy>Harlington English</cp:lastModifiedBy>
  <cp:revision>1</cp:revision>
  <dcterms:created xsi:type="dcterms:W3CDTF">2026-09-04T20:58:55Z</dcterms:created>
  <dcterms:modified xsi:type="dcterms:W3CDTF">2026-09-04T20:58:55Z</dcterms:modified>
</cp:coreProperties>
</file>