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595360" cy="960120"/>
          </a:xfrm>
          <a:prstGeom prst="roundRect">
            <a:avLst>
              <a:gd name="adj" fmla="val 7619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4572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YEAR 7 · BRITISH POETRY · LESSON 4 of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77240" y="7315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your own poem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235440" y="365760"/>
            <a:ext cx="2468880" cy="960120"/>
          </a:xfrm>
          <a:prstGeom prst="roundRect">
            <a:avLst>
              <a:gd name="adj" fmla="val 9524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pic>
        <p:nvPicPr>
          <p:cNvPr id="6" name="Image 0" descr="/home/claude/english/kit/decks/_icons/bell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566928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12680" y="502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12680" y="84124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minutes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463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Retrieval — no notes. Answer all five, then say one in a full sentence. Score yourself /5.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48640" y="1965960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34440" y="1965960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AO2 ask you to show?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8640" y="2770632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234440" y="2770632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Fox at the Bins, what was the fox 'thin as'?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48640" y="3575304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1234440" y="3575304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connotation? Give one for the word 'grey'.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4379976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234440" y="4379976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three things a poem has that a story does not.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548640" y="5184648"/>
            <a:ext cx="502920" cy="603504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234440" y="5184648"/>
            <a:ext cx="10332720" cy="60350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 stanza?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Writing your own poem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8595360" cy="777240"/>
          </a:xfrm>
          <a:prstGeom prst="roundRect">
            <a:avLst>
              <a:gd name="adj" fmla="val 8235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3200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British Poetry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326880" y="4023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326880" y="713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is the Curriculum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8" name="Image 0" descr="/home/claude/english/kit/decks/_icons/layers-1229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92224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WE'VE BEEN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340864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340864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KS2: rhymes, chants and performance poems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" y="3127248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127248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HT1: the history of the English language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913632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913632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HT2: The Odyssey — an epic poem, sung aloud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85800" y="4700016"/>
            <a:ext cx="292608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4700016"/>
            <a:ext cx="2651760" cy="6400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writer chooses words on purpose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11480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0A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UNIT, LESSON BY LESSON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114800" y="219456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42816" y="224942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736592" y="219456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 toolkit: the key terms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14800" y="2761488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42816" y="2816352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736592" y="2761488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Contemporary British poets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114800" y="3328416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242816" y="3383280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36592" y="3328416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reading: AO1 and AO2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4114800" y="3895344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242816" y="3950208"/>
            <a:ext cx="310896" cy="310896"/>
          </a:xfrm>
          <a:prstGeom prst="ellipse">
            <a:avLst/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736592" y="3895344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your own poem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114800" y="4462272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242816" y="4517136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736592" y="4462272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two poems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114800" y="5029200"/>
            <a:ext cx="3931920" cy="420624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242816" y="5084064"/>
            <a:ext cx="310896" cy="310896"/>
          </a:xfrm>
          <a:prstGeom prst="ellipse">
            <a:avLst/>
          </a:prstGeom>
          <a:solidFill>
            <a:srgbClr val="E7ECF3"/>
          </a:solidFill>
          <a:ln>
            <a:solidFill>
              <a:srgbClr val="E7ECF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36592" y="5029200"/>
            <a:ext cx="3200400" cy="420624"/>
          </a:xfrm>
          <a:prstGeom prst="rect">
            <a:avLst/>
          </a:prstGeom>
          <a:noFill/>
          <a:ln/>
        </p:spPr>
        <p:txBody>
          <a:bodyPr wrap="square" lIns="12700" tIns="45720" rIns="45720" bIns="1270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 review and gap fill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8321040" y="1600200"/>
            <a:ext cx="3383280" cy="4617720"/>
          </a:xfrm>
          <a:prstGeom prst="roundRect">
            <a:avLst>
              <a:gd name="adj" fmla="val 2162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</p:sp>
      <p:pic>
        <p:nvPicPr>
          <p:cNvPr id="38" name="Image 1" descr="/home/claude/english/kit/decks/_icons/flag-12294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792224"/>
            <a:ext cx="365760" cy="365760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9006840" y="17922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WE'RE GOING</a:t>
            </a:r>
            <a:endParaRPr lang="en-US" sz="1400" dirty="0"/>
          </a:p>
        </p:txBody>
      </p:sp>
      <p:sp>
        <p:nvSpPr>
          <p:cNvPr id="40" name="Shape 36"/>
          <p:cNvSpPr/>
          <p:nvPr/>
        </p:nvSpPr>
        <p:spPr>
          <a:xfrm>
            <a:off x="8549640" y="2340864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8686800" y="2340864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HT4: The Red-Headed League — crime fiction</a:t>
            </a:r>
            <a:endParaRPr lang="en-US" sz="1400" dirty="0"/>
          </a:p>
        </p:txBody>
      </p:sp>
      <p:sp>
        <p:nvSpPr>
          <p:cNvPr id="42" name="Shape 38"/>
          <p:cNvSpPr/>
          <p:nvPr/>
        </p:nvSpPr>
        <p:spPr>
          <a:xfrm>
            <a:off x="8549640" y="3236976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686800" y="3236976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HT5: Non-fiction and travel writing</a:t>
            </a:r>
            <a:endParaRPr lang="en-US" sz="1400" dirty="0"/>
          </a:p>
        </p:txBody>
      </p:sp>
      <p:sp>
        <p:nvSpPr>
          <p:cNvPr id="44" name="Shape 40"/>
          <p:cNvSpPr/>
          <p:nvPr/>
        </p:nvSpPr>
        <p:spPr>
          <a:xfrm>
            <a:off x="8549640" y="4133088"/>
            <a:ext cx="292608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D9E2EE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686800" y="4133088"/>
            <a:ext cx="265176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8: poetry across time</a:t>
            </a:r>
            <a:endParaRPr lang="en-US" sz="1400" dirty="0"/>
          </a:p>
        </p:txBody>
      </p:sp>
      <p:sp>
        <p:nvSpPr>
          <p:cNvPr id="46" name="Shape 42"/>
          <p:cNvSpPr/>
          <p:nvPr/>
        </p:nvSpPr>
        <p:spPr>
          <a:xfrm>
            <a:off x="8549640" y="51206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2294D"/>
          </a:solidFill>
          <a:ln w="12700">
            <a:solidFill>
              <a:srgbClr val="12294D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8732520" y="5120640"/>
            <a:ext cx="260604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lesson answers one BIG QUESTION. Every question builds the next.</a:t>
            </a:r>
            <a:endParaRPr lang="en-US" sz="1400" dirty="0"/>
          </a:p>
        </p:txBody>
      </p:sp>
      <p:sp>
        <p:nvSpPr>
          <p:cNvPr id="48" name="Text 44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School  ·  British Poetry  ·  Writing your own poem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4 · WRITING YOUR OWN POEM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you will…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aims climb Bloom's taxonomy — and you will see which step every task is on, all lesson.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108960" y="2606040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00A0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2606040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 poem of twelve or more lines on a theme we have studied, with a clear shape in stanzas.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621024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108960" y="3621024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6C3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3621024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three named tools on purpose — an image, a sound choice, a structural turn — and annotate each one.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636008"/>
            <a:ext cx="2377440" cy="868680"/>
          </a:xfrm>
          <a:prstGeom prst="roundRect">
            <a:avLst>
              <a:gd name="adj" fmla="val 10526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3108960" y="4636008"/>
            <a:ext cx="8503920" cy="868680"/>
          </a:xfrm>
          <a:prstGeom prst="roundRect">
            <a:avLst>
              <a:gd name="adj" fmla="val 7368"/>
            </a:avLst>
          </a:prstGeom>
          <a:solidFill>
            <a:srgbClr val="1B315C"/>
          </a:solidFill>
          <a:ln w="19050">
            <a:solidFill>
              <a:srgbClr val="D0021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4636008"/>
            <a:ext cx="809244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AF1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Judge, with a partner, whether each tool makes the reader feel what you intended — and improve the one that does not.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 = a full answer to the Big Question by the end. Everything today builds to it.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check-circle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Bell work — mark it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 honestly. Under 3? Re-read tonight.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80ADC4"/>
          </a:solidFill>
          <a:ln>
            <a:solidFill>
              <a:srgbClr val="80ADC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Writing your own poem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48640" y="1737360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1764792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What does AO2 ask you to show?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6309360" y="1764792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poet's language choices create an effect on the reader.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" y="2633472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660904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In The Fox at the Bins, what was the fox 'thin as'?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6309360" y="2660904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'thin as a rumour' — a simile.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48640" y="3529584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3557016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What is a connotation? Give one for the word 'grey'.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309360" y="3557016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ideas a word carries: grey = dull, cold, tired, ordinary.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548640" y="4425696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4453128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Name three things a poem has that a story does not.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6309360" y="4453128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and stanzas (shape), rhyme and rhythm (sound), images (picture).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548640" y="5321808"/>
            <a:ext cx="11064240" cy="749808"/>
          </a:xfrm>
          <a:prstGeom prst="roundRect">
            <a:avLst>
              <a:gd name="adj" fmla="val 8537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349240"/>
            <a:ext cx="548640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What is a stanza?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309360" y="5349240"/>
            <a:ext cx="5120640" cy="69494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of lines in a poem, like a paragraph — also a verse.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key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words — go deeper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8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just the meaning — the DEEP explanation. Take each key word from meaning to mastery.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Writing your own poem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MEAN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58368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what it means in your own words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346704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80ADC4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38144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USE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56432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it in a sentence of your own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144768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236208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SPOT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254496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it in today's text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8942832" y="1783080"/>
            <a:ext cx="2651760" cy="914400"/>
          </a:xfrm>
          <a:prstGeom prst="roundRect">
            <a:avLst>
              <a:gd name="adj" fmla="val 8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18745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LINK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9052560" y="2212848"/>
            <a:ext cx="2432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it to the Big Question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8640" y="2926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the four steps for EACH key word: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48640" y="3401568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3566160" y="3401568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 a poem is about: home, cold, change, belonging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48640" y="3972154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3566160" y="3972154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first version you will change — every poet writes one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548640" y="4542739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break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3566160" y="4542739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 line stops; a small pause the poet chooses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548640" y="5113325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3566160" y="5113325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point where a poem changes mood or direction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48640" y="5683910"/>
            <a:ext cx="2834640" cy="460858"/>
          </a:xfrm>
          <a:prstGeom prst="roundRect">
            <a:avLst>
              <a:gd name="adj" fmla="val 17857"/>
            </a:avLst>
          </a:prstGeom>
          <a:solidFill>
            <a:srgbClr val="FEF7E4"/>
          </a:solidFill>
          <a:ln w="12700">
            <a:solidFill>
              <a:srgbClr val="E5D9B0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3566160" y="5683910"/>
            <a:ext cx="8046720" cy="46085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your own poem: name the tool and the feeling it gives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shape of your poem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lines, three stanzas, one turn. A plan before a word.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Writing your own poem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STANZA 1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are. One place, one time of day, two senses. Put the reader in the room before anything happens.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STANZA 2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closer. One image the reader will remember — a simile or a metaphor — and one sound the reader can hear.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STANZA 3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turn. Something changes: the weather, the mood, what the speaker understands. End on the strongest line.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Place · picture · turn. That is the whole plan.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book-open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Techniques — pick three, use them on purpose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7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before you write. Annotate as you go.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Writing your own poem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91840" y="1783080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56432" y="1783080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simile or one metaphor that nobody has used before. Not 'as white as snow' — find what the snow is REALLY like today.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843784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291840" y="2843784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56432" y="2843784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rhyme pair, a repeated first sound, or a repeated phrase. Or a very short line after long ones — silence is a sound too.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904488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291840" y="3904488"/>
            <a:ext cx="8321040" cy="914400"/>
          </a:xfrm>
          <a:prstGeom prst="roundRect">
            <a:avLst>
              <a:gd name="adj" fmla="val 8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6432" y="3904488"/>
            <a:ext cx="800100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line break that makes the reader wait. A last line that returns to the first line, changed. A one-word line.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➜  Three tools, three annotations: 'I used … so the reader feels …'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6C3A6E"/>
          </a:solidFill>
          <a:ln w="12700">
            <a:solidFill>
              <a:srgbClr val="6C3A6E"/>
            </a:solidFill>
            <a:prstDash val="solid"/>
          </a:ln>
        </p:spPr>
      </p:sp>
      <p:pic>
        <p:nvPicPr>
          <p:cNvPr id="3" name="Image 0" descr="/home/claude/english/kit/decks/_icons/file-text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FE6F0"/>
          </a:solidFill>
          <a:ln>
            <a:solidFill>
              <a:srgbClr val="EFE6F0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model poem — read like a writer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6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Original, written for this lesson. Find the three tools before you copy any of them.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Writing your own poem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6949440" cy="4343400"/>
          </a:xfrm>
          <a:prstGeom prst="roundRect">
            <a:avLst>
              <a:gd name="adj" fmla="val 1263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8745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 POEM WRITTEN FOR THIS LESSON · SUNDAY KITCHEN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2176272"/>
            <a:ext cx="6675120" cy="3840480"/>
          </a:xfrm>
          <a:prstGeom prst="rect">
            <a:avLst/>
          </a:prstGeom>
          <a:noFill/>
          <a:ln/>
        </p:spPr>
        <p:txBody>
          <a:bodyPr wrap="square" lIns="91440" tIns="137160" rIns="137160" bIns="9144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Steam on the window, the radio low,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 hums a tune that I half know.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pan spits. The kettle clicks.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clock does its slow, small tricks.</a:t>
            </a:r>
            <a:endParaRPr lang="en-US" sz="1800" dirty="0"/>
          </a:p>
          <a:p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Outside, the rain has a lot to say.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Inside, the cake is on its way.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lick the spoon. Nan says, Not yet.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warmest room I will ever get.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1783080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8321040" y="1783080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66760" y="1783080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senses are in stanza 1?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26680" y="2889504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321040" y="2889504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366760" y="2889504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sound choice in line 3.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7726680" y="3995928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Shape 20"/>
          <p:cNvSpPr/>
          <p:nvPr/>
        </p:nvSpPr>
        <p:spPr>
          <a:xfrm>
            <a:off x="8321040" y="3995928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366760" y="3995928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is the turn? What changes?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7726680" y="5102352"/>
            <a:ext cx="502920" cy="548640"/>
          </a:xfrm>
          <a:prstGeom prst="roundRect">
            <a:avLst>
              <a:gd name="adj" fmla="val 21818"/>
            </a:avLst>
          </a:prstGeom>
          <a:solidFill>
            <a:srgbClr val="FFC93C"/>
          </a:solidFill>
          <a:ln>
            <a:solidFill>
              <a:srgbClr val="FFC93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8321040" y="5102352"/>
            <a:ext cx="329184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5102352"/>
            <a:ext cx="3200400" cy="9601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is the last line the strongest?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bar-chart-2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it — climb the ladder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20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Twenty minutes, in silence. One rung, one stanza. Annotate three tools in the margin.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Writing your own poem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48640" y="1783080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2834640" y="1783080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17520" y="1783080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STANZA 1 — PLACE. Four lines. One place, one time, two senses. No feelings named yet.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48640" y="2679192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2834640" y="2679192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017520" y="2679192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STANZA 2 — PICTURE. Four lines. One new image and one sound choice. Annotate both.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" y="3575304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6C3A6E"/>
          </a:solidFill>
          <a:ln>
            <a:solidFill>
              <a:srgbClr val="6C3A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2834640" y="3575304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17520" y="3575304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STANZA 3 — TURN. Four lines. Something changes. End on the line you would read aloud last.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48640" y="4471416"/>
            <a:ext cx="2148840" cy="749808"/>
          </a:xfrm>
          <a:prstGeom prst="roundRect">
            <a:avLst>
              <a:gd name="adj" fmla="val 12195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834640" y="4471416"/>
            <a:ext cx="8778240" cy="749808"/>
          </a:xfrm>
          <a:prstGeom prst="roundRect">
            <a:avLst>
              <a:gd name="adj" fmla="val 9756"/>
            </a:avLst>
          </a:prstGeom>
          <a:solidFill>
            <a:srgbClr val="EFE6F0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017520" y="4471416"/>
            <a:ext cx="8412480" cy="7498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ANNOTATE. Three labels: 'I used … here so the reader feels …'. Then a title of three words or fewer.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D0021B"/>
          </a:solidFill>
          <a:ln w="12700">
            <a:solidFill>
              <a:srgbClr val="D0021B"/>
            </a:solidFill>
            <a:prstDash val="solid"/>
          </a:ln>
        </p:spPr>
      </p:sp>
      <p:pic>
        <p:nvPicPr>
          <p:cNvPr id="3" name="Image 0" descr="/home/claude/english/kit/decks/_icons/users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FDE6E9"/>
          </a:solidFill>
          <a:ln>
            <a:solidFill>
              <a:srgbClr val="FDE6E9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· read like an editor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5 min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Pairs. Read each other's draft aloud — the writer listens, the reader performs.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Writing your own poem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48640" y="1783080"/>
            <a:ext cx="7772400" cy="457200"/>
          </a:xfrm>
          <a:prstGeom prst="roundRect">
            <a:avLst>
              <a:gd name="adj" fmla="val 20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14" name="Image 1" descr="/home/claude/english/kit/decks/_icons/users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831" y="1888236"/>
            <a:ext cx="246888" cy="2468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85591" y="1783080"/>
            <a:ext cx="2338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PAIRS · PEER REVIEW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48640" y="23774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2377440"/>
            <a:ext cx="1920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FOCUS: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2697480" y="2377440"/>
            <a:ext cx="8732520" cy="86868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each of the three tools make the reader feel what the annotation says? Two stars and a wish.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548640" y="3401568"/>
            <a:ext cx="566928" cy="566928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1280160" y="3401568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463040" y="3401568"/>
            <a:ext cx="10058400" cy="5669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reads the poem aloud, slowly. Writer listens without speaking.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548640" y="4114800"/>
            <a:ext cx="566928" cy="566928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1280160" y="4114800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F4F6FA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463040" y="4114800"/>
            <a:ext cx="10058400" cy="5669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Reader names the line they FELT most. Does it match the writer's annotation?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548640" y="4828032"/>
            <a:ext cx="566928" cy="566928"/>
          </a:xfrm>
          <a:prstGeom prst="ellipse">
            <a:avLst/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2"/>
          <p:cNvSpPr/>
          <p:nvPr/>
        </p:nvSpPr>
        <p:spPr>
          <a:xfrm>
            <a:off x="1280160" y="4828032"/>
            <a:ext cx="103327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80ADC4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1463040" y="4828032"/>
            <a:ext cx="10058400" cy="56692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stars (tools that worked) and one wish (one tool to improve). Swap.</a:t>
            </a:r>
            <a:endParaRPr lang="en-US" sz="1800" dirty="0"/>
          </a:p>
        </p:txBody>
      </p:sp>
      <p:sp>
        <p:nvSpPr>
          <p:cNvPr id="28" name="Text 24"/>
          <p:cNvSpPr/>
          <p:nvPr/>
        </p:nvSpPr>
        <p:spPr>
          <a:xfrm>
            <a:off x="548640" y="599846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EEF Toolkit · Peer tutoring — +5 months, very low cost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0" cy="731520"/>
          </a:xfrm>
          <a:prstGeom prst="roundRect">
            <a:avLst>
              <a:gd name="adj" fmla="val 15000"/>
            </a:avLst>
          </a:prstGeom>
          <a:solidFill>
            <a:srgbClr val="00A08A"/>
          </a:solidFill>
          <a:ln w="12700">
            <a:solidFill>
              <a:srgbClr val="00A08A"/>
            </a:solidFill>
            <a:prstDash val="solid"/>
          </a:ln>
        </p:spPr>
      </p:sp>
      <p:pic>
        <p:nvPicPr>
          <p:cNvPr id="3" name="Image 0" descr="/home/claude/english/kit/decks/_icons/award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530352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98448" y="384048"/>
            <a:ext cx="8183880" cy="731520"/>
          </a:xfrm>
          <a:prstGeom prst="roundRect">
            <a:avLst>
              <a:gd name="adj" fmla="val 12500"/>
            </a:avLst>
          </a:prstGeom>
          <a:solidFill>
            <a:srgbClr val="E4F3EF"/>
          </a:solidFill>
          <a:ln>
            <a:solidFill>
              <a:srgbClr val="E4F3EF"/>
            </a:solidFill>
          </a:ln>
        </p:spPr>
        <p:txBody>
          <a:bodyPr wrap="square" lIns="45720" tIns="182880" rIns="137160" bIns="4572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9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strong poem shows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784080" y="45720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00A08A"/>
          </a:solidFill>
          <a:ln>
            <a:solidFill>
              <a:srgbClr val="00A08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1371600" y="1097280"/>
            <a:ext cx="10149840" cy="5029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assessment checklist. Tick each move before you hand in.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327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AIMS →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32588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97764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2940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ECEFF4"/>
          </a:solidFill>
          <a:ln>
            <a:solidFill>
              <a:srgbClr val="ECEFF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6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281160" y="6291072"/>
            <a:ext cx="2514600" cy="365760"/>
          </a:xfrm>
          <a:prstGeom prst="roundRect">
            <a:avLst>
              <a:gd name="adj" fmla="val 22500"/>
            </a:avLst>
          </a:prstGeom>
          <a:solidFill>
            <a:srgbClr val="D0021B"/>
          </a:solidFill>
          <a:ln>
            <a:solidFill>
              <a:srgbClr val="D0021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EVALUATE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702552"/>
            <a:ext cx="8229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Writing your own poem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961120" y="6702552"/>
            <a:ext cx="2743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AB4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48640" y="178308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03320" y="1783080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886200" y="1783080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Twelve or more lines in stanzas, with a turn the reader can point to.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2843784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Picture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703320" y="2843784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86200" y="2843784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least one fresh image — a simile or metaphor nobody has used before.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48640" y="3904488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703320" y="3904488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86200" y="3904488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choice the ear can hear: rhyme, repeated sound, a short line.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548640" y="4965192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2294D"/>
          </a:solidFill>
          <a:ln>
            <a:solidFill>
              <a:srgbClr val="12294D"/>
            </a:solidFill>
          </a:ln>
        </p:spPr>
        <p:txBody>
          <a:bodyPr wrap="square" lIns="45720" tIns="137160" rIns="91440" bIns="4572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3703320" y="4965192"/>
            <a:ext cx="7909560" cy="914400"/>
          </a:xfrm>
          <a:prstGeom prst="roundRect">
            <a:avLst>
              <a:gd name="adj" fmla="val 6000"/>
            </a:avLst>
          </a:prstGeom>
          <a:solidFill>
            <a:srgbClr val="FEF7E4"/>
          </a:solidFill>
          <a:ln w="12700">
            <a:solidFill>
              <a:srgbClr val="E5D9B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86200" y="4965192"/>
            <a:ext cx="7589520" cy="91440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1617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labels naming the tool and the feeling it is meant to give.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9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94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LEAVE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learning — the come-back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5" name="Image 0" descr="/home/claude/english/kit/decks/_icons/edit-3-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317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78308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poem: twelve or more lines, three stanzas, a title. Annotate three tools.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172200" y="201168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9" name="Image 1" descr="/home/claude/english/kit/decks/_icons/mic-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31720"/>
            <a:ext cx="566928" cy="5669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406640" y="21945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406640" y="267004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your poem aloud to someone at home. Change one word that sounded wrong out loud.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3" name="Image 2" descr="/home/claude/english/kit/decks/_icons/headphones-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78308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178308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Read-along edition, page 7: Jess's four lines. Which of her tools did you use in your own poem?</a:t>
            </a:r>
            <a:endParaRPr lang="en-US" sz="1800" dirty="0"/>
          </a:p>
        </p:txBody>
      </p:sp>
      <p:sp>
        <p:nvSpPr>
          <p:cNvPr id="16" name="Shape 11"/>
          <p:cNvSpPr/>
          <p:nvPr/>
        </p:nvSpPr>
        <p:spPr>
          <a:xfrm>
            <a:off x="6172200" y="4023360"/>
            <a:ext cx="5349240" cy="1828800"/>
          </a:xfrm>
          <a:prstGeom prst="roundRect">
            <a:avLst>
              <a:gd name="adj" fmla="val 3000"/>
            </a:avLst>
          </a:prstGeom>
          <a:solidFill>
            <a:srgbClr val="1B315C"/>
          </a:solidFill>
          <a:ln w="12700">
            <a:solidFill>
              <a:srgbClr val="80ADC4"/>
            </a:solidFill>
            <a:prstDash val="solid"/>
          </a:ln>
        </p:spPr>
      </p:sp>
      <p:pic>
        <p:nvPicPr>
          <p:cNvPr id="17" name="Image 3" descr="/home/claude/english/kit/decks/_icons/repeat-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4343400"/>
            <a:ext cx="566928" cy="56692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06640" y="4206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C9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</a:t>
            </a:r>
            <a:endParaRPr lang="en-US" sz="1900" dirty="0"/>
          </a:p>
        </p:txBody>
      </p:sp>
      <p:sp>
        <p:nvSpPr>
          <p:cNvPr id="19" name="Text 13"/>
          <p:cNvSpPr/>
          <p:nvPr/>
        </p:nvSpPr>
        <p:spPr>
          <a:xfrm>
            <a:off x="7406640" y="4681728"/>
            <a:ext cx="3931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E0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finished, annotated poem to the next lesson. It is the assessment.</a:t>
            </a:r>
            <a:endParaRPr lang="en-US" sz="1800" dirty="0"/>
          </a:p>
        </p:txBody>
      </p:sp>
      <p:sp>
        <p:nvSpPr>
          <p:cNvPr id="20" name="Text 14"/>
          <p:cNvSpPr/>
          <p:nvPr/>
        </p:nvSpPr>
        <p:spPr>
          <a:xfrm>
            <a:off x="54864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Harlington English · British Poetry · Lesson 4 of 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Edu.Ai SV Digital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British Poetry · L4 Writing your own poem</dc:title>
  <dc:subject>PptxGenJS Presentation</dc:subject>
  <dc:creator>Harlington English</dc:creator>
  <cp:lastModifiedBy>Harlington English</cp:lastModifiedBy>
  <cp:revision>1</cp:revision>
  <dcterms:created xsi:type="dcterms:W3CDTF">2026-09-04T20:58:56Z</dcterms:created>
  <dcterms:modified xsi:type="dcterms:W3CDTF">2026-09-04T20:58:56Z</dcterms:modified>
</cp:coreProperties>
</file>