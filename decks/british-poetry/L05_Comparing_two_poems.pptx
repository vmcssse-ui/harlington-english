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BRITISH POETRY · LESSON 5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two poems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theme? Give one from our unit.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'turn' in a poem?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three parts of the poem plan from last week.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Sunday Kitchen, what was the strongest line — and why?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Finish: a good image is one that nobody has…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Comparing two poems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Poetry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rhymes, chants and performance poems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HT1: the history of the English language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an epic poem, sung aloud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writer chooses words on purpose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toolkit: the key terms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Contemporary British poets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reading: AO1 and AO2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own poem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two poems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review and gap fill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8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crime fiction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Non-fiction and travel writing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poetry across time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British Poetry  ·  Comparing two poems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· COMPARING TWO POEMS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two poems on the same theme are each about, and name one clear similarity and one difference.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each poet's tone and images shape a different feeling about the same thing.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which poem makes the reader feel more, using comparative sentences and evidence from both.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Comparing two poems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is a theme? Give one from our unit.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 a poem is about — home, cold, change, belonging, a Sunday kitchen.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is a 'turn' in a poem?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where the poem changes mood or direction.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Name the three parts of the poem plan from last week.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· picture · turn (stanza 1, 2, 3).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 Sunday Kitchen, what was the strongest line — and why?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line — it names the feeling the whole poem has been building: warmth and safety.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Finish: a good image is one that nobody has…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…used before.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Comparing two poems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what two texts share — and what they do differently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differences: how one poem does what the other does not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similarly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link word: 'Similarly, poem B turns the snow into a page'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whereas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contrast word: 'A is loud, whereas B is silent'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speaking and how they see the theme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compare two poems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theme, two voices. The trick is to compare the SAME thing in each.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Comparing two poems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THING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feature — tone, an image, the sound — and look at it in BOTH poems. Never describe poem A, then poem B.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WORDS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Similarly · both · likewise for what they share. Whereas · however · in contrast for the difference.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with a decision: which poem makes the reader feel more, and the one piece of evidence that would convince a doubter.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Same feature, both poems, link word,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Poem A — Snow Day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Original, written for this lesson. Read it aloud: it wants to be loud.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Comparing two poems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POEM WRITTEN FOR THIS LESSON · SNOW DAY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 has been wiped clean in the night.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roof is a slice of white.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boots write the first words on the page,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loud, we are wild, we are not our age.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hill is a slide and the sky is a bell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school can wait, and the day can tell.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speaking — one person or many?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two metaphors for snow.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 for the tone. Prove it.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Poem B — Snow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Original, written for this lesson. Read it quietly: it wants to be still.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Comparing two poems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POEM WRITTEN FOR THIS LESSON · SNOW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snowed again.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does not come.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watch the road fill up with nothing,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and total, like a held breath.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Somewhere children are shouting.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the kettle ticks,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window is a page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is writing on.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speaking, and where are they?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poems use 'page'. How differently?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 for the tone. Prove it.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feature in each row. Add one quotation of your own to every box before you write.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Comparing two poems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Poem A — Snow Day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crowd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Voice: 'we' — many children. Sound: rhyme, a bouncing beat. Images: roof as slice, boots as pens, sky as bell. Tone: wild joy.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1292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436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Poem B — Snow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0436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1292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2264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Voice: 'I' — one person, alone. Sound: no rhyme, short lines, a ticking kettle. Images: road full of nothing, window as an empty page. Tone: still, lonely.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7720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6864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6864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idea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7720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8692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as a blank page. In A the children write on it; in B nobody does. Same image, opposite feeling.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comparison — 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12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paragraphs. Same feature, both poems, link word, decision.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Comparing two poems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1 — VOICE. Who speaks in each poem? 'Poem A uses we, whereas poem B…' One quotation each.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2 — THE PAGE. Both poems turn snow into a page. What does each poet do with it, and what feeling follows?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3 — SOUND. Rhyme and beat in A; silence and short lines in B. How does each sound shape the tone?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DECIDE. Which poem makes you feel more? One sentence, one reason, one quotation that would convince a doubter.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· defend your decision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Fours. Two chose A, two chose B — or argue the side you did NOT pick.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Comparing two poems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451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10211" y="1783080"/>
            <a:ext cx="3089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· STRUCTURED DEBATE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poem makes the reader feel more — the loud one or the quiet one?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speaker: 30 seconds, one quotation, one reason. Use 'whereas' at least once.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Listeners note the strongest piece of evidence they heard from the OTHER side.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agrees one sentence that starts 'Both poems … but …'.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that sentence to the end of your comparison.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Oral language interventions — +6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strong comparison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each move in your three paragraphs.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Comparing two poems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feature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paragraph looks at ONE feature in BOTH poems — not one poem at a time.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words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Similarly, both, whereas, in contrast — used correctly, at least once each.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quotation from each poem in every paragraph, in quotation marks.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96519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03320" y="496519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4965192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judgement at the end, with the one reason that matters most.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edit-3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your comparison paragraph: same feature, both poems, a link word, a decision.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headphone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pages 9 and 10. Mr Hale felt 'cold and safe'. Which of today's poems is that?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book-o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two short poems on the same thing. Write one 'whereas' sentence about them.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unit's key words come back next week in the review. Start a list.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Lesson 5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British Poetry · L5 Comparing two poems</dc:title>
  <dc:subject>PptxGenJS Presentation</dc:subject>
  <dc:creator>Harlington English</dc:creator>
  <cp:lastModifiedBy>Harlington English</cp:lastModifiedBy>
  <cp:revision>1</cp:revision>
  <dcterms:created xsi:type="dcterms:W3CDTF">2026-09-04T20:58:56Z</dcterms:created>
  <dcterms:modified xsi:type="dcterms:W3CDTF">2026-09-04T20:58:56Z</dcterms:modified>
</cp:coreProperties>
</file>