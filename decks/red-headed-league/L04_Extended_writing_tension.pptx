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RED-HEADED LEAGUE · LESSON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writing: tension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connotation?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strategies for cracking a word you do not know.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three moves does an analytical paragraph make?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Holmes and his friends wait on the final night?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tension?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Red-Headed League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extended writing — comparing journeys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the conventions of crime fiction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plot and character in the League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analysing Victorian language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crime fiction?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League: plot and character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Victorian language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writing: tension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 unseen short story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5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making a real place alive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the modern novel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novel and the short story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Red-Headed League  ·  Extended writing: tension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EXTENDED WRITING: TENSION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four ways a writer builds tension: waiting, the senses, short sentences and withheld information.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how Conan Doyle builds tension in the vault scene, line by line, with quotations.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side of analytical writing: how does Conan Doyle create tension in the story?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a connotation?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feeling or idea a word carries beyond its plain meaning.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Name two strategies for cracking a word you do not know.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roots, swap, connotation — any two.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three moves does an analytical paragraph make?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Method, quotation, effect (with a point first and a zoom on one word).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Where do Holmes and his friends wait on the final night?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bank vault, in the dark, under the pawnbroker's street.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is tension?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tight, nervous feeling of waiting for something to happen.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tight, nervous feeling of waiting for what comes next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withhold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hold back information the reader wants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a writer puts things in — and why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with the senses: sight, sound, touch, smell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climax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of highest tension, when the waiting ends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build tension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 for your essay. Every one appears in the vault scene.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happens for a long time — and the reader knows something will. Time is stretched.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dark, hearing and touch take over: cold stone, a scrape, a breath held.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slow sentences for waiting. Then a short one. 'A light.' The reader jolts.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WITHHOLDING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knows the plan; Watson does not; neither do we. What we are not told is the tension.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Tension is the gap between what we fear and what we know.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 in the vault. Read once for the story, once marking the four tools.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RETELLING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put out the lantern and we were in absolute darkness. The stone floor struck cold through my boots. I could hear the breathing of the three men beside me, and the tiny tick of the bank director's watch. An hour passed, and another. My legs ached; my eyes made shapes out of nothing. Then a light. A single glowing point showed between the flagstones, and spread into a yellow line. A white hand came through the gap, felt about, and drew back. The stone lifted and turned over with a grinding sound. A pale face looked up at us, and a voice whispered, 'It is all clear. Have you the bags?'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sense does the writer use most? Why that one?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shortest sentence. What happens to your reading speed there?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writer stretch time before the light?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still withheld from us at the end of the extract?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essay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scaffold: one paragraph per tool, each with method · quotation · effect. Fill the grid before you write.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Quotation: 'An hour passed, and another.' Effect: time is stretched; the reader waits with Watson.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7185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6329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6329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7185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8157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Quotation: 'the tiny tick of the bank director's watch'. Effect: we are in the dark too, hearing everything.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9506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8650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8650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506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478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Quotation: 'Then a light.' Effect: three words after long sentences — the jolt of something finally happening.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01827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0971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10971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withholding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01827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FE6F0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2799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Quotation: 'Have you the bags?' Effect: we still do not know who or how many — the reveal is held back.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assessment — write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side, in silence. Climb from the bottom rung; the top rung is the essay itself.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sentence: name the four tools Conan Doyle uses to build tension.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Paragraphs 1–2: waiting and the senses. Method, quotation, effect — and zoom on one word.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Paragraphs 3–4: short sentences and withholding. Say how each changes how we read.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Ending: which tool keeps the reader guessing most, and why? Answer the Big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essay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hand it in: tick the moves you made. Two stars and a wish come back next week.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Extended writing: tension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first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sentence answers the question; it does not retell the story.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Waiting, senses, short sentences, withholding — each with its own quotation.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from one quotation — 'tick', 'grinding', 'pale' — and what it alone does.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your own view: which tool matters most for keeping the reader guessing.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edit-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your two weakest paragraphs from today. Add a zoom on one word to each.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read-along edition and listen to pages 9 and 10 — the vault and the reveal.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any short story of your choice. Note where the writer withholds something from you.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is an unseen short story. Bring your four-tool list — you will use it on a story you have never read.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Lesson 4 of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Red-Headed League · L4 Extended writing: tension</dc:title>
  <dc:subject>PptxGenJS Presentation</dc:subject>
  <dc:creator>Harlington English</dc:creator>
  <cp:lastModifiedBy>Harlington English</cp:lastModifiedBy>
  <cp:revision>1</cp:revision>
  <dcterms:created xsi:type="dcterms:W3CDTF">2026-09-04T20:58:59Z</dcterms:created>
  <dcterms:modified xsi:type="dcterms:W3CDTF">2026-09-04T20:58:59Z</dcterms:modified>
</cp:coreProperties>
</file>