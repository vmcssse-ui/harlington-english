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HISTORY OF THE ENGLISH LANGUAGE · LESSON 1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Journeys: what is English?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story you loved at primary school. Who was the main character?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setting? Finish: The setting is where and…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sentence: The plot of a story is…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Horror, mystery, adventure — what do we call these kinds of story?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Poem, play or story: which one is written to be acted on a stage?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of the English Language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stories, poems and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character, setting and plot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spelling, grammar and punctuation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 for Year 7: Journeys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Journeys: what is English?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English came from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Brontë, Shakespeare, Dickens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and form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hero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Dialects and identity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words and terms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journey home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HT3: British Poetry — how a poem makes you feel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keeping us guessing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History of the English Language  ·  Journeys: what is English?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JOURNEYS: WHAT IS ENGLISH?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English is for as a subject, and what the big idea of Journeys means for this year.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character, setting, plot, genre and form to describe a story you already know.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a story needs a journey to be worth telling — and give one reason.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a story you loved at primary school. Who was the main character?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story and its main character — e.g. Harry Potter, Matilda, Tracy Beaker.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 setting? Finish: The setting is where and…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…when a story happens — the place and the time.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Finish the sentence: The plot of a story is…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…what happens in it — the chain of events from start to end.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Horror, mystery, adventure — what do we call these kinds of story?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— a genre is a kind of story.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Poem, play or story: which one is written to be acted on a stage?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play — it is a form written for actors and an audience.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or creature in a story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and when a story happens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a story, from start to end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 of story or text, such as horror or mystery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a text takes — poem, play, novel, article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English for?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you will do in every English lesson this year.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Stories, poems, plays and real-life writing. We read to find out how writers make us think and feel.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Stories, letters, speeches, paragraphs. We write to be understood — and to be remembered.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Discuss, argue, perform, listen. Ideas get better when they are said out loud.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English is the subject that teaches every other subject how to speak.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 Journeys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will follow us through Year 7. Here is why.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4" name="Image 1" descr="/home/claude/english/kit/decks/_icons/message-circl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956048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4919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· 3 MIN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53949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story do you know where the hero comes home different from how they left?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48640" y="1783080"/>
            <a:ext cx="2606040" cy="719328"/>
          </a:xfrm>
          <a:prstGeom prst="roundRect">
            <a:avLst>
              <a:gd name="adj" fmla="val 12712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STORIES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291840" y="1783080"/>
            <a:ext cx="8321040" cy="719328"/>
          </a:xfrm>
          <a:prstGeom prst="roundRect">
            <a:avLst>
              <a:gd name="adj" fmla="val 10169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56432" y="1783080"/>
            <a:ext cx="8001000" cy="7193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Heroes leave home, face trouble and come back changed. Almost every story is a journey.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48640" y="2612136"/>
            <a:ext cx="2606040" cy="719328"/>
          </a:xfrm>
          <a:prstGeom prst="roundRect">
            <a:avLst>
              <a:gd name="adj" fmla="val 12712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LANGUAGE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291840" y="2612136"/>
            <a:ext cx="8321040" cy="719328"/>
          </a:xfrm>
          <a:prstGeom prst="roundRect">
            <a:avLst>
              <a:gd name="adj" fmla="val 10169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56432" y="2612136"/>
            <a:ext cx="8001000" cy="7193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itself has travelled — from the Celts and Romans to the Vikings, the Normans and beyond.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48640" y="3441192"/>
            <a:ext cx="2606040" cy="719328"/>
          </a:xfrm>
          <a:prstGeom prst="roundRect">
            <a:avLst>
              <a:gd name="adj" fmla="val 12712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291840" y="3441192"/>
            <a:ext cx="8321040" cy="719328"/>
          </a:xfrm>
          <a:prstGeom prst="roundRect">
            <a:avLst>
              <a:gd name="adj" fmla="val 10169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56432" y="3441192"/>
            <a:ext cx="8001000" cy="7193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7 is a journey too. New school, new words, new voice. We start it today.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Journeys change the traveller. Watch for that in every text.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extract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piece about a first day. Read it once for the story, once for the five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PROSE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gates were bigger than I remembered. Behind them, hundreds of blazers moved like a dark sea, and every one of them seemed to know where it was going. I did not. My bag was too new and my shoes were too loud. A bell rang somewhere high up, and the sea of blazers turned, all at once, towards a door I could not see. I took a breath, counted to three, and walked. That was the whole journey: one gate, one door, one breath. By lunchtime I had a name for the corridor, a seat by the window, and a friend called Amir who laughed at my shoes.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the main character, and what do we learn about them?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setting in two words of your own.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plot — in one sentence?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genre and form is this? How can you tell?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words for the whole year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one to the extract before you write it down.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story is about. Here: a nervous new pupil, and Amir.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3706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673706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673706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and when. Here: a school gate, the first morning of term.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64331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564331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564331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happens. Here: gate, door, breath — then a friend.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54957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454957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454957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kind. Here: a realistic school story, not horror or fantasy.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345582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291840" y="5345582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5345582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shape. Here: prose fiction, told by 'I' — a first-person story.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think-pair-share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speaks; nobody passes. Use two of the five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233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68993" y="1783080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THINK-PAIR-SHARE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story need a journey to be worth telling?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— one minute. Write: A story needs / does not need a journey because…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— swap sentences. Find one story you both know with no journey in it. Can you?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— one pair reads out. The class says which of the five words they used.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your sentence with one word from the list you had not used.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Oral language interventions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· baseline piece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minutes in silence. This is not marked for a grade — it shows us where you start.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917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1677" y="1783080"/>
            <a:ext cx="2486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about a journey you have made. Real or small — a move, a trip, a first day.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setting: where and when did the journey begin?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what happened in order — three things at least.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how you were different when the journey ended.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back once. Fix one spelling and one full stop.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Feedback — +6 months when it tells the pupil what to do next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what a strong answer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on your exit slip. Did you make these moves?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Journeys: what is English?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genre and form mean, in your own words, with one example each.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character, setting and plot of the extract in one sentence.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Big Question with your own view and one reason.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read-along edition, The Long Road of Words, and listen to pages 1 to 3.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subject overview handout. Tick the three things you think you will find hardest.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your journey piece at home if you ran out of time: one side, three paragraphs.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week's bell work asks for the five words: character, setting, plot, genre, form.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Lesson 1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the English Language · L1 Journeys: what is English?</dc:title>
  <dc:subject>PptxGenJS Presentation</dc:subject>
  <dc:creator>Harlington English</dc:creator>
  <cp:lastModifiedBy>Harlington English</cp:lastModifiedBy>
  <cp:revision>1</cp:revision>
  <dcterms:created xsi:type="dcterms:W3CDTF">2026-09-04T20:58:56Z</dcterms:created>
  <dcterms:modified xsi:type="dcterms:W3CDTF">2026-09-04T20:58:56Z</dcterms:modified>
</cp:coreProperties>
</file>