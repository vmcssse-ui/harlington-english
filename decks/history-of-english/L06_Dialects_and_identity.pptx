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HISTORY OF THE ENGLISH LANGUAGE · LESSON 6 of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Dialects and identity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hero types.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hero type is Macbeth, and what is his flaw?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cheer for Robin Hood?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three parts of an analytical paragraph?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peoples gave the north of England names ending in -by?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History of the English Language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stories, poems and non-fiction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character, setting and plot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spelling, grammar and punctuation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 for Year 7: Journeys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Journeys: what is English?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English came from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Brontë, Shakespeare, Dickens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and form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hero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Dialects and identity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114800" y="559612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42816" y="565099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36592" y="559612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words and terms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journey home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HT3: British Poetry — how a poem makes you feel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keeping us guessing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History of the English Language  ·  Dialects and identity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DIALECTS AND IDENTITY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difference between accent, dialect and Standard English, with a UK example of each.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how a writer uses dialect words to build a character's place, age and identity.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whether the way we speak should change with the room we are in — and defend your view.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Name the three hero types.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hero, tragic hero, anti-hero.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Which hero type is Macbeth, and what is his flaw?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tragic hero; his flaw is ambition.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Why do we cheer for Robin Hood?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breaks an unjust law to help the poor — an anti-hero.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are the three parts of an analytical paragraph?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Point, evidence, explain.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Which peoples gave the north of England names ending in -by?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Vikings — Norse place names like Whitby and Grimsby.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words sound when people from one place say them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words and grammar people use in one place or group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English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form used in writing, school and the news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you are — where you are from, who you belong with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slang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words a group uses; they change fast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or dialect?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words people mix up. Keep them apart and you can hear a whole map.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words SOUND. 'Bath' with a short a in Leeds, a long a in Bristol. Same word, same meaning.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DIALECT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WORDS and grammar. 'Nowt' for nothing, 'our kid' for my brother, 'I were' for I was.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ENGLISH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form for writing and formal talk. Not better — just the one everyone can read.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Everyone has an accent. Everyone has a dialect. Nobody speaks 'no accent'.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roll, many names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bread roll, four dialects. The road of words did not stop in 1500.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Scotland · North East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Soft, floury, round. A word so old nobody is sure where it came from.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37185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6329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6329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Midlands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7185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8157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Crusty and round like a cobble — an Old English word for a lump.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19506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8650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8650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Lancashire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19506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478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for barm cake. Barm is the froth on brewing beer — a Saxon word.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018270" y="1828800"/>
            <a:ext cx="2594610" cy="868680"/>
          </a:xfrm>
          <a:prstGeom prst="roundRect">
            <a:avLst>
              <a:gd name="adj" fmla="val 8421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09710" y="1874520"/>
            <a:ext cx="2411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109710" y="2331720"/>
            <a:ext cx="24117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Coventry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018270" y="2788920"/>
            <a:ext cx="2594610" cy="3291840"/>
          </a:xfrm>
          <a:prstGeom prst="roundRect">
            <a:avLst>
              <a:gd name="adj" fmla="val 2115"/>
            </a:avLst>
          </a:prstGeom>
          <a:solidFill>
            <a:srgbClr val="EFE6F0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27998" y="2880360"/>
            <a:ext cx="237515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baking in a batch. Ask for a batch in Leeds and they will look at you.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extract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original monologue in a northern voice. Read it aloud — it is written to be heard.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MONOLOGUE WRITTEN FOR THIS LESSON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were nine when we moved down here, and the first day at school a lad asked me why I talked funny. I said I didn't talk funny, I talked like me nan. He said what's a nan. I said it's a grandma, you daft apeth. Nobody knew what an apeth were either. So I stopped saying it. I stopped saying nowt and owt and our kid. By Christmas I sounded like the telly. Then me nan came to visit, and she said, 'Ee, love, who's this posh lad?' And I didn't know what to say. Because it were still me. Wasn't it?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four dialect words or grammar choices in the extract.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speaker stop using them?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nan's question do to the speaker?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writer make dialect feel like identity, not error?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message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 — analyse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line: what does it MEAN · what does it SHOW about identity · what EFFECT does it have on us?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14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109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4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Christmas I sounded like the telly.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4864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92024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92024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1168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show us about the character?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92024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1168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195060" y="1783080"/>
            <a:ext cx="5417820" cy="502920"/>
          </a:xfrm>
          <a:prstGeom prst="roundRect">
            <a:avLst>
              <a:gd name="adj" fmla="val 14545"/>
            </a:avLst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pic>
        <p:nvPicPr>
          <p:cNvPr id="28" name="Image 2" descr="/home/claude/english/kit/decks/_icons/book-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911096"/>
            <a:ext cx="246888" cy="2468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06540" y="1783080"/>
            <a:ext cx="496062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6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195060" y="2377440"/>
            <a:ext cx="5417820" cy="1691640"/>
          </a:xfrm>
          <a:prstGeom prst="roundRect">
            <a:avLst>
              <a:gd name="adj" fmla="val 3243"/>
            </a:avLst>
          </a:prstGeom>
          <a:solidFill>
            <a:srgbClr val="FBF0D8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32220" y="2450592"/>
            <a:ext cx="5143500" cy="1554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 were still me. Wasn't it?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195060" y="42062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566660" y="42062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658100" y="42062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actually mean?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195060" y="48920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566660" y="48920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658100" y="48920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show us about the character?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6195060" y="55778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7566660" y="5577840"/>
            <a:ext cx="4046220" cy="548640"/>
          </a:xfrm>
          <a:prstGeom prst="roundRect">
            <a:avLst>
              <a:gd name="adj" fmla="val 11667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658100" y="5577840"/>
            <a:ext cx="3863340" cy="5486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it have on the reader?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your voice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a home voice and a school voice. Bring both.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233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68993" y="1783080"/>
            <a:ext cx="2771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· THINK-PAIR-SHARE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the way we speak change with the room we are in?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— write one word or phrase you say at home that you would not write in an essay.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062222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062222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062222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— swap. Where does your partner's word come from? Family, place, friends, online?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722876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722876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722876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— one pair reads out. Class decides: accent, dialect or slang?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383530"/>
            <a:ext cx="560070" cy="560070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383530"/>
            <a:ext cx="10332720" cy="560070"/>
          </a:xfrm>
          <a:prstGeom prst="roundRect">
            <a:avLst>
              <a:gd name="adj" fmla="val 13061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383530"/>
            <a:ext cx="10058400" cy="5600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the focus question. One person for each side gives a reason.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Oral language interventions — +6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is harder. Full sentences. The top rung answers the Big Question.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accent and dialect, with one example of each from the extract.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 stopped saying nowt and owt and our kid.' What is lost when the speaker stops?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Standard English useful — and when is dialect the better choice?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way you speak is who you are.' How far do you agree? Use the extract as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what a strong answer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 on your exit slip. Did you make these moves?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Dialects and identity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accent and dialect correctly — sound versus words — with one example each.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one dialect word to identity: place, family or belonging.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Big Question with your own view and one reason.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 10: Your voice on the road. Tap the glossary words dialect and accent.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mic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short dialect monologue (ten lines) in a voice you know — yours, a relative's, a place. Practise it aloud.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your monologue, translate three dialect words into Standard English and say what is lost.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is the HT1 review quiz: everything from the Celts to dialects. Revise the key words.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History of the English Language · Lesson 6 of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the English Language · L6 Dialects and identity</dc:title>
  <dc:subject>PptxGenJS Presentation</dc:subject>
  <dc:creator>Harlington English</dc:creator>
  <cp:lastModifiedBy>Harlington English</cp:lastModifiedBy>
  <cp:revision>1</cp:revision>
  <dcterms:created xsi:type="dcterms:W3CDTF">2026-09-04T20:58:57Z</dcterms:created>
  <dcterms:modified xsi:type="dcterms:W3CDTF">2026-09-04T20:58:57Z</dcterms:modified>
</cp:coreProperties>
</file>